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charts/chart1.xml" ContentType="application/vnd.openxmlformats-officedocument.drawingml.chart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ppt/diagrams/data7.xml" ContentType="application/vnd.openxmlformats-officedocument.drawingml.diagramData+xml"/>
  <Override PartName="/ppt/diagrams/layout7.xml" ContentType="application/vnd.openxmlformats-officedocument.drawingml.diagramLayout+xml"/>
  <Override PartName="/ppt/diagrams/quickStyle7.xml" ContentType="application/vnd.openxmlformats-officedocument.drawingml.diagramStyle+xml"/>
  <Override PartName="/ppt/diagrams/colors7.xml" ContentType="application/vnd.openxmlformats-officedocument.drawingml.diagramColors+xml"/>
  <Override PartName="/ppt/diagrams/drawing7.xml" ContentType="application/vnd.ms-office.drawingml.diagramDrawing+xml"/>
  <Override PartName="/ppt/diagrams/data8.xml" ContentType="application/vnd.openxmlformats-officedocument.drawingml.diagramData+xml"/>
  <Override PartName="/ppt/diagrams/layout8.xml" ContentType="application/vnd.openxmlformats-officedocument.drawingml.diagramLayout+xml"/>
  <Override PartName="/ppt/diagrams/quickStyle8.xml" ContentType="application/vnd.openxmlformats-officedocument.drawingml.diagramStyle+xml"/>
  <Override PartName="/ppt/diagrams/colors8.xml" ContentType="application/vnd.openxmlformats-officedocument.drawingml.diagramColors+xml"/>
  <Override PartName="/ppt/diagrams/drawing8.xml" ContentType="application/vnd.ms-office.drawingml.diagramDrawing+xml"/>
  <Override PartName="/ppt/diagrams/data9.xml" ContentType="application/vnd.openxmlformats-officedocument.drawingml.diagramData+xml"/>
  <Override PartName="/ppt/diagrams/layout9.xml" ContentType="application/vnd.openxmlformats-officedocument.drawingml.diagramLayout+xml"/>
  <Override PartName="/ppt/diagrams/quickStyle9.xml" ContentType="application/vnd.openxmlformats-officedocument.drawingml.diagramStyle+xml"/>
  <Override PartName="/ppt/diagrams/colors9.xml" ContentType="application/vnd.openxmlformats-officedocument.drawingml.diagramColors+xml"/>
  <Override PartName="/ppt/diagrams/drawing9.xml" ContentType="application/vnd.ms-office.drawingml.diagramDrawing+xml"/>
  <Override PartName="/ppt/diagrams/data10.xml" ContentType="application/vnd.openxmlformats-officedocument.drawingml.diagramData+xml"/>
  <Override PartName="/ppt/diagrams/layout10.xml" ContentType="application/vnd.openxmlformats-officedocument.drawingml.diagramLayout+xml"/>
  <Override PartName="/ppt/diagrams/quickStyle10.xml" ContentType="application/vnd.openxmlformats-officedocument.drawingml.diagramStyle+xml"/>
  <Override PartName="/ppt/diagrams/colors10.xml" ContentType="application/vnd.openxmlformats-officedocument.drawingml.diagramColors+xml"/>
  <Override PartName="/ppt/diagrams/drawing10.xml" ContentType="application/vnd.ms-office.drawingml.diagramDrawing+xml"/>
  <Override PartName="/ppt/diagrams/data11.xml" ContentType="application/vnd.openxmlformats-officedocument.drawingml.diagramData+xml"/>
  <Override PartName="/ppt/diagrams/layout11.xml" ContentType="application/vnd.openxmlformats-officedocument.drawingml.diagramLayout+xml"/>
  <Override PartName="/ppt/diagrams/quickStyle11.xml" ContentType="application/vnd.openxmlformats-officedocument.drawingml.diagramStyle+xml"/>
  <Override PartName="/ppt/diagrams/colors11.xml" ContentType="application/vnd.openxmlformats-officedocument.drawingml.diagramColors+xml"/>
  <Override PartName="/ppt/diagrams/drawing1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84" d="100"/>
          <a:sy n="84" d="100"/>
        </p:scale>
        <p:origin x="142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invertIfNegative val="1"/>
          <c:cat>
            <c:strRef>
              <c:f>Sheet1!$A$2:$A$5</c:f>
              <c:strCache>
                <c:ptCount val="4"/>
                <c:pt idx="0">
                  <c:v>SVM</c:v>
                </c:pt>
                <c:pt idx="1">
                  <c:v>RF</c:v>
                </c:pt>
                <c:pt idx="2">
                  <c:v>ANN</c:v>
                </c:pt>
                <c:pt idx="3">
                  <c:v>Chain Classifier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90</c:v>
                </c:pt>
                <c:pt idx="1">
                  <c:v>92</c:v>
                </c:pt>
                <c:pt idx="2">
                  <c:v>93</c:v>
                </c:pt>
                <c:pt idx="3">
                  <c:v>94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58A6-45F7-BAB8-D999A313AE6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diagrams/_rels/data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ata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ata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ata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ata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_rels/drawing3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diagrams/_rels/drawing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diagrams/_rels/drawing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3.svg"/><Relationship Id="rId3" Type="http://schemas.openxmlformats.org/officeDocument/2006/relationships/image" Target="../media/image18.png"/><Relationship Id="rId7" Type="http://schemas.openxmlformats.org/officeDocument/2006/relationships/image" Target="../media/image22.png"/><Relationship Id="rId2" Type="http://schemas.openxmlformats.org/officeDocument/2006/relationships/image" Target="../media/image2.svg"/><Relationship Id="rId1" Type="http://schemas.openxmlformats.org/officeDocument/2006/relationships/image" Target="../media/image1.png"/><Relationship Id="rId6" Type="http://schemas.openxmlformats.org/officeDocument/2006/relationships/image" Target="../media/image21.svg"/><Relationship Id="rId5" Type="http://schemas.openxmlformats.org/officeDocument/2006/relationships/image" Target="../media/image20.png"/><Relationship Id="rId10" Type="http://schemas.openxmlformats.org/officeDocument/2006/relationships/image" Target="../media/image25.svg"/><Relationship Id="rId4" Type="http://schemas.openxmlformats.org/officeDocument/2006/relationships/image" Target="../media/image19.svg"/><Relationship Id="rId9" Type="http://schemas.openxmlformats.org/officeDocument/2006/relationships/image" Target="../media/image24.png"/></Relationships>
</file>

<file path=ppt/diagrams/_rels/drawing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sv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svg"/><Relationship Id="rId1" Type="http://schemas.openxmlformats.org/officeDocument/2006/relationships/image" Target="../media/image26.png"/><Relationship Id="rId6" Type="http://schemas.openxmlformats.org/officeDocument/2006/relationships/image" Target="../media/image31.svg"/><Relationship Id="rId5" Type="http://schemas.openxmlformats.org/officeDocument/2006/relationships/image" Target="../media/image30.png"/><Relationship Id="rId4" Type="http://schemas.openxmlformats.org/officeDocument/2006/relationships/image" Target="../media/image29.svg"/></Relationships>
</file>

<file path=ppt/diagrams/_rels/drawing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sv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2" Type="http://schemas.openxmlformats.org/officeDocument/2006/relationships/image" Target="../media/image35.svg"/><Relationship Id="rId1" Type="http://schemas.openxmlformats.org/officeDocument/2006/relationships/image" Target="../media/image34.png"/><Relationship Id="rId6" Type="http://schemas.openxmlformats.org/officeDocument/2006/relationships/image" Target="../media/image39.svg"/><Relationship Id="rId5" Type="http://schemas.openxmlformats.org/officeDocument/2006/relationships/image" Target="../media/image38.png"/><Relationship Id="rId4" Type="http://schemas.openxmlformats.org/officeDocument/2006/relationships/image" Target="../media/image37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8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9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0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1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DACC3A8-FF66-45B1-94A6-342C492416C2}" type="doc">
      <dgm:prSet loTypeId="urn:microsoft.com/office/officeart/2005/8/layout/list1" loCatId="list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F272CEE6-18AB-45A8-8974-8C0902E316C4}">
      <dgm:prSet/>
      <dgm:spPr/>
      <dgm:t>
        <a:bodyPr/>
        <a:lstStyle/>
        <a:p>
          <a:r>
            <a:rPr lang="en-US"/>
            <a:t>Capstone Project — Rare Genetic Disorders</a:t>
          </a:r>
        </a:p>
      </dgm:t>
    </dgm:pt>
    <dgm:pt modelId="{B1F45AD2-A711-457E-8C8F-6FD33DB06C1A}" type="parTrans" cxnId="{63C10CF4-7CC8-4950-B6E5-9EB3371B8256}">
      <dgm:prSet/>
      <dgm:spPr/>
      <dgm:t>
        <a:bodyPr/>
        <a:lstStyle/>
        <a:p>
          <a:endParaRPr lang="en-US"/>
        </a:p>
      </dgm:t>
    </dgm:pt>
    <dgm:pt modelId="{2EA38A99-38C7-46F5-9CD8-7481E5BE5B2D}" type="sibTrans" cxnId="{63C10CF4-7CC8-4950-B6E5-9EB3371B8256}">
      <dgm:prSet/>
      <dgm:spPr/>
      <dgm:t>
        <a:bodyPr/>
        <a:lstStyle/>
        <a:p>
          <a:endParaRPr lang="en-US"/>
        </a:p>
      </dgm:t>
    </dgm:pt>
    <dgm:pt modelId="{AA6FC9CC-7491-47B5-9369-79C9DC4BC06A}">
      <dgm:prSet/>
      <dgm:spPr/>
      <dgm:t>
        <a:bodyPr/>
        <a:lstStyle/>
        <a:p>
          <a:r>
            <a:rPr lang="en-IN"/>
            <a:t>Lovely Professional University</a:t>
          </a:r>
          <a:endParaRPr lang="en-US"/>
        </a:p>
      </dgm:t>
    </dgm:pt>
    <dgm:pt modelId="{6090AF25-33FC-4CC9-9EC8-0BA744F9FEF9}" type="parTrans" cxnId="{FFAC17A5-ABE6-46FD-982A-0EC2DCB8FAB5}">
      <dgm:prSet/>
      <dgm:spPr/>
      <dgm:t>
        <a:bodyPr/>
        <a:lstStyle/>
        <a:p>
          <a:endParaRPr lang="en-US"/>
        </a:p>
      </dgm:t>
    </dgm:pt>
    <dgm:pt modelId="{9D69D9CD-091C-417C-8F04-63F6782A0DE7}" type="sibTrans" cxnId="{FFAC17A5-ABE6-46FD-982A-0EC2DCB8FAB5}">
      <dgm:prSet/>
      <dgm:spPr/>
      <dgm:t>
        <a:bodyPr/>
        <a:lstStyle/>
        <a:p>
          <a:endParaRPr lang="en-US"/>
        </a:p>
      </dgm:t>
    </dgm:pt>
    <dgm:pt modelId="{CC7A73CC-74A9-4C3F-A3F9-D02BC2ABDC18}">
      <dgm:prSet/>
      <dgm:spPr/>
      <dgm:t>
        <a:bodyPr/>
        <a:lstStyle/>
        <a:p>
          <a:r>
            <a:rPr lang="en-US"/>
            <a:t>Team: </a:t>
          </a:r>
          <a:r>
            <a:rPr lang="en-IN"/>
            <a:t>Sagar, Jitender, Khushi, Akansha, Swati</a:t>
          </a:r>
          <a:endParaRPr lang="en-US"/>
        </a:p>
      </dgm:t>
    </dgm:pt>
    <dgm:pt modelId="{290934E4-49F7-4970-8DF2-137423917A03}" type="parTrans" cxnId="{911A78C9-D4B2-4C8E-9D47-1096E20368AA}">
      <dgm:prSet/>
      <dgm:spPr/>
      <dgm:t>
        <a:bodyPr/>
        <a:lstStyle/>
        <a:p>
          <a:endParaRPr lang="en-US"/>
        </a:p>
      </dgm:t>
    </dgm:pt>
    <dgm:pt modelId="{D91942C1-D62E-4712-9F32-7A1EC014EE28}" type="sibTrans" cxnId="{911A78C9-D4B2-4C8E-9D47-1096E20368AA}">
      <dgm:prSet/>
      <dgm:spPr/>
      <dgm:t>
        <a:bodyPr/>
        <a:lstStyle/>
        <a:p>
          <a:endParaRPr lang="en-US"/>
        </a:p>
      </dgm:t>
    </dgm:pt>
    <dgm:pt modelId="{9BEC5AD5-8FC1-4340-BA1E-24D86E3D8758}">
      <dgm:prSet/>
      <dgm:spPr/>
      <dgm:t>
        <a:bodyPr/>
        <a:lstStyle/>
        <a:p>
          <a:r>
            <a:rPr lang="en-US" dirty="0"/>
            <a:t>Supervisor: Ajay Kumar Bandhan</a:t>
          </a:r>
        </a:p>
      </dgm:t>
    </dgm:pt>
    <dgm:pt modelId="{E9665BF1-D03D-4A95-948B-CCC6430BDEAB}" type="parTrans" cxnId="{443A33AE-4239-4062-911C-35513BA5EEC4}">
      <dgm:prSet/>
      <dgm:spPr/>
      <dgm:t>
        <a:bodyPr/>
        <a:lstStyle/>
        <a:p>
          <a:endParaRPr lang="en-US"/>
        </a:p>
      </dgm:t>
    </dgm:pt>
    <dgm:pt modelId="{DCE755E0-7DB1-4403-BB00-D22933FAB295}" type="sibTrans" cxnId="{443A33AE-4239-4062-911C-35513BA5EEC4}">
      <dgm:prSet/>
      <dgm:spPr/>
      <dgm:t>
        <a:bodyPr/>
        <a:lstStyle/>
        <a:p>
          <a:endParaRPr lang="en-US"/>
        </a:p>
      </dgm:t>
    </dgm:pt>
    <dgm:pt modelId="{15676EDB-87C2-4F8D-80F2-F3B95C416930}" type="pres">
      <dgm:prSet presAssocID="{EDACC3A8-FF66-45B1-94A6-342C492416C2}" presName="linear" presStyleCnt="0">
        <dgm:presLayoutVars>
          <dgm:dir/>
          <dgm:animLvl val="lvl"/>
          <dgm:resizeHandles val="exact"/>
        </dgm:presLayoutVars>
      </dgm:prSet>
      <dgm:spPr/>
    </dgm:pt>
    <dgm:pt modelId="{0BD26389-05C6-4746-85B8-07B5519FD5BE}" type="pres">
      <dgm:prSet presAssocID="{F272CEE6-18AB-45A8-8974-8C0902E316C4}" presName="parentLin" presStyleCnt="0"/>
      <dgm:spPr/>
    </dgm:pt>
    <dgm:pt modelId="{8BA4021F-B105-46C0-A06B-DE6F60A69BAB}" type="pres">
      <dgm:prSet presAssocID="{F272CEE6-18AB-45A8-8974-8C0902E316C4}" presName="parentLeftMargin" presStyleLbl="node1" presStyleIdx="0" presStyleCnt="4"/>
      <dgm:spPr/>
    </dgm:pt>
    <dgm:pt modelId="{2049E036-4A29-4947-A94E-0B1ECC328205}" type="pres">
      <dgm:prSet presAssocID="{F272CEE6-18AB-45A8-8974-8C0902E316C4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DC75C682-BF4F-4A07-BC26-6562CBF81F97}" type="pres">
      <dgm:prSet presAssocID="{F272CEE6-18AB-45A8-8974-8C0902E316C4}" presName="negativeSpace" presStyleCnt="0"/>
      <dgm:spPr/>
    </dgm:pt>
    <dgm:pt modelId="{84781FFF-239D-4381-A6F9-12B9F28F4937}" type="pres">
      <dgm:prSet presAssocID="{F272CEE6-18AB-45A8-8974-8C0902E316C4}" presName="childText" presStyleLbl="conFgAcc1" presStyleIdx="0" presStyleCnt="4">
        <dgm:presLayoutVars>
          <dgm:bulletEnabled val="1"/>
        </dgm:presLayoutVars>
      </dgm:prSet>
      <dgm:spPr/>
    </dgm:pt>
    <dgm:pt modelId="{A0195C9C-D91E-467F-A6E8-46BB29BFD6C2}" type="pres">
      <dgm:prSet presAssocID="{2EA38A99-38C7-46F5-9CD8-7481E5BE5B2D}" presName="spaceBetweenRectangles" presStyleCnt="0"/>
      <dgm:spPr/>
    </dgm:pt>
    <dgm:pt modelId="{87F7F555-070E-4C8C-B2CE-A96DB0569B08}" type="pres">
      <dgm:prSet presAssocID="{AA6FC9CC-7491-47B5-9369-79C9DC4BC06A}" presName="parentLin" presStyleCnt="0"/>
      <dgm:spPr/>
    </dgm:pt>
    <dgm:pt modelId="{91CD2EB2-7B2C-4E54-BA7A-D45408592D62}" type="pres">
      <dgm:prSet presAssocID="{AA6FC9CC-7491-47B5-9369-79C9DC4BC06A}" presName="parentLeftMargin" presStyleLbl="node1" presStyleIdx="0" presStyleCnt="4"/>
      <dgm:spPr/>
    </dgm:pt>
    <dgm:pt modelId="{D37DBF59-D5E8-4542-A175-F595DA5BC0CE}" type="pres">
      <dgm:prSet presAssocID="{AA6FC9CC-7491-47B5-9369-79C9DC4BC06A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EB7AE9F2-75FF-415E-9897-E4CD2830EBB2}" type="pres">
      <dgm:prSet presAssocID="{AA6FC9CC-7491-47B5-9369-79C9DC4BC06A}" presName="negativeSpace" presStyleCnt="0"/>
      <dgm:spPr/>
    </dgm:pt>
    <dgm:pt modelId="{B8CEA6FC-E8EE-42E5-A2DD-521FCAACAF43}" type="pres">
      <dgm:prSet presAssocID="{AA6FC9CC-7491-47B5-9369-79C9DC4BC06A}" presName="childText" presStyleLbl="conFgAcc1" presStyleIdx="1" presStyleCnt="4">
        <dgm:presLayoutVars>
          <dgm:bulletEnabled val="1"/>
        </dgm:presLayoutVars>
      </dgm:prSet>
      <dgm:spPr/>
    </dgm:pt>
    <dgm:pt modelId="{9D33A736-BEA8-423D-9BBB-B901253A6C2D}" type="pres">
      <dgm:prSet presAssocID="{9D69D9CD-091C-417C-8F04-63F6782A0DE7}" presName="spaceBetweenRectangles" presStyleCnt="0"/>
      <dgm:spPr/>
    </dgm:pt>
    <dgm:pt modelId="{47A6B458-8393-4B0D-865E-3E6C712B0A6D}" type="pres">
      <dgm:prSet presAssocID="{CC7A73CC-74A9-4C3F-A3F9-D02BC2ABDC18}" presName="parentLin" presStyleCnt="0"/>
      <dgm:spPr/>
    </dgm:pt>
    <dgm:pt modelId="{2D248FBD-88E0-4D69-B33E-5893A18029E2}" type="pres">
      <dgm:prSet presAssocID="{CC7A73CC-74A9-4C3F-A3F9-D02BC2ABDC18}" presName="parentLeftMargin" presStyleLbl="node1" presStyleIdx="1" presStyleCnt="4"/>
      <dgm:spPr/>
    </dgm:pt>
    <dgm:pt modelId="{1B8F0147-1EFE-4F2F-91C2-5BBBEA1F1C63}" type="pres">
      <dgm:prSet presAssocID="{CC7A73CC-74A9-4C3F-A3F9-D02BC2ABDC18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F4FF13B2-7353-4F11-ABAC-A1C21C7F9F41}" type="pres">
      <dgm:prSet presAssocID="{CC7A73CC-74A9-4C3F-A3F9-D02BC2ABDC18}" presName="negativeSpace" presStyleCnt="0"/>
      <dgm:spPr/>
    </dgm:pt>
    <dgm:pt modelId="{A79CCCA3-62C0-47C3-AADE-190847F0D4A8}" type="pres">
      <dgm:prSet presAssocID="{CC7A73CC-74A9-4C3F-A3F9-D02BC2ABDC18}" presName="childText" presStyleLbl="conFgAcc1" presStyleIdx="2" presStyleCnt="4">
        <dgm:presLayoutVars>
          <dgm:bulletEnabled val="1"/>
        </dgm:presLayoutVars>
      </dgm:prSet>
      <dgm:spPr/>
    </dgm:pt>
    <dgm:pt modelId="{BE988C0F-2509-48E5-8A91-F36CF5F5948C}" type="pres">
      <dgm:prSet presAssocID="{D91942C1-D62E-4712-9F32-7A1EC014EE28}" presName="spaceBetweenRectangles" presStyleCnt="0"/>
      <dgm:spPr/>
    </dgm:pt>
    <dgm:pt modelId="{AFF1472A-982E-48BE-82B3-A721FC4A2C78}" type="pres">
      <dgm:prSet presAssocID="{9BEC5AD5-8FC1-4340-BA1E-24D86E3D8758}" presName="parentLin" presStyleCnt="0"/>
      <dgm:spPr/>
    </dgm:pt>
    <dgm:pt modelId="{B4FBA05E-7825-43DB-97B8-B0DF6830D9EF}" type="pres">
      <dgm:prSet presAssocID="{9BEC5AD5-8FC1-4340-BA1E-24D86E3D8758}" presName="parentLeftMargin" presStyleLbl="node1" presStyleIdx="2" presStyleCnt="4"/>
      <dgm:spPr/>
    </dgm:pt>
    <dgm:pt modelId="{A4BEC627-B85D-4FF0-91E2-605250F4682E}" type="pres">
      <dgm:prSet presAssocID="{9BEC5AD5-8FC1-4340-BA1E-24D86E3D8758}" presName="parentText" presStyleLbl="node1" presStyleIdx="3" presStyleCnt="4">
        <dgm:presLayoutVars>
          <dgm:chMax val="0"/>
          <dgm:bulletEnabled val="1"/>
        </dgm:presLayoutVars>
      </dgm:prSet>
      <dgm:spPr/>
    </dgm:pt>
    <dgm:pt modelId="{C9D7E702-3562-4832-8466-C7ABB413F777}" type="pres">
      <dgm:prSet presAssocID="{9BEC5AD5-8FC1-4340-BA1E-24D86E3D8758}" presName="negativeSpace" presStyleCnt="0"/>
      <dgm:spPr/>
    </dgm:pt>
    <dgm:pt modelId="{70C3930A-39B2-42CF-817B-A0DB3D6DB842}" type="pres">
      <dgm:prSet presAssocID="{9BEC5AD5-8FC1-4340-BA1E-24D86E3D8758}" presName="childText" presStyleLbl="conFgAcc1" presStyleIdx="3" presStyleCnt="4">
        <dgm:presLayoutVars>
          <dgm:bulletEnabled val="1"/>
        </dgm:presLayoutVars>
      </dgm:prSet>
      <dgm:spPr/>
    </dgm:pt>
  </dgm:ptLst>
  <dgm:cxnLst>
    <dgm:cxn modelId="{2574CC00-4E5E-4CF0-847D-1A04D9BAB016}" type="presOf" srcId="{9BEC5AD5-8FC1-4340-BA1E-24D86E3D8758}" destId="{A4BEC627-B85D-4FF0-91E2-605250F4682E}" srcOrd="1" destOrd="0" presId="urn:microsoft.com/office/officeart/2005/8/layout/list1"/>
    <dgm:cxn modelId="{6D076205-1EA7-4DCB-B5BE-EE92E08BFB1B}" type="presOf" srcId="{F272CEE6-18AB-45A8-8974-8C0902E316C4}" destId="{2049E036-4A29-4947-A94E-0B1ECC328205}" srcOrd="1" destOrd="0" presId="urn:microsoft.com/office/officeart/2005/8/layout/list1"/>
    <dgm:cxn modelId="{752FAC30-3341-4C5E-BE48-70DE25916369}" type="presOf" srcId="{9BEC5AD5-8FC1-4340-BA1E-24D86E3D8758}" destId="{B4FBA05E-7825-43DB-97B8-B0DF6830D9EF}" srcOrd="0" destOrd="0" presId="urn:microsoft.com/office/officeart/2005/8/layout/list1"/>
    <dgm:cxn modelId="{42742B63-ECC8-4800-B9BE-C7F99EBC2911}" type="presOf" srcId="{F272CEE6-18AB-45A8-8974-8C0902E316C4}" destId="{8BA4021F-B105-46C0-A06B-DE6F60A69BAB}" srcOrd="0" destOrd="0" presId="urn:microsoft.com/office/officeart/2005/8/layout/list1"/>
    <dgm:cxn modelId="{D033A578-BEC3-4EF3-8490-7A2F93FD24A8}" type="presOf" srcId="{AA6FC9CC-7491-47B5-9369-79C9DC4BC06A}" destId="{91CD2EB2-7B2C-4E54-BA7A-D45408592D62}" srcOrd="0" destOrd="0" presId="urn:microsoft.com/office/officeart/2005/8/layout/list1"/>
    <dgm:cxn modelId="{BA9F5E7A-E2A5-4AB9-B072-48F5721B35EE}" type="presOf" srcId="{CC7A73CC-74A9-4C3F-A3F9-D02BC2ABDC18}" destId="{2D248FBD-88E0-4D69-B33E-5893A18029E2}" srcOrd="0" destOrd="0" presId="urn:microsoft.com/office/officeart/2005/8/layout/list1"/>
    <dgm:cxn modelId="{1557D483-8EA3-4ACB-845C-15CDCD9B6819}" type="presOf" srcId="{EDACC3A8-FF66-45B1-94A6-342C492416C2}" destId="{15676EDB-87C2-4F8D-80F2-F3B95C416930}" srcOrd="0" destOrd="0" presId="urn:microsoft.com/office/officeart/2005/8/layout/list1"/>
    <dgm:cxn modelId="{FFAC17A5-ABE6-46FD-982A-0EC2DCB8FAB5}" srcId="{EDACC3A8-FF66-45B1-94A6-342C492416C2}" destId="{AA6FC9CC-7491-47B5-9369-79C9DC4BC06A}" srcOrd="1" destOrd="0" parTransId="{6090AF25-33FC-4CC9-9EC8-0BA744F9FEF9}" sibTransId="{9D69D9CD-091C-417C-8F04-63F6782A0DE7}"/>
    <dgm:cxn modelId="{443A33AE-4239-4062-911C-35513BA5EEC4}" srcId="{EDACC3A8-FF66-45B1-94A6-342C492416C2}" destId="{9BEC5AD5-8FC1-4340-BA1E-24D86E3D8758}" srcOrd="3" destOrd="0" parTransId="{E9665BF1-D03D-4A95-948B-CCC6430BDEAB}" sibTransId="{DCE755E0-7DB1-4403-BB00-D22933FAB295}"/>
    <dgm:cxn modelId="{911A78C9-D4B2-4C8E-9D47-1096E20368AA}" srcId="{EDACC3A8-FF66-45B1-94A6-342C492416C2}" destId="{CC7A73CC-74A9-4C3F-A3F9-D02BC2ABDC18}" srcOrd="2" destOrd="0" parTransId="{290934E4-49F7-4970-8DF2-137423917A03}" sibTransId="{D91942C1-D62E-4712-9F32-7A1EC014EE28}"/>
    <dgm:cxn modelId="{060546D5-9563-44A6-A471-316B20ADB11C}" type="presOf" srcId="{AA6FC9CC-7491-47B5-9369-79C9DC4BC06A}" destId="{D37DBF59-D5E8-4542-A175-F595DA5BC0CE}" srcOrd="1" destOrd="0" presId="urn:microsoft.com/office/officeart/2005/8/layout/list1"/>
    <dgm:cxn modelId="{C77EDCE9-9E81-4A0D-97EA-E06B4D107BD2}" type="presOf" srcId="{CC7A73CC-74A9-4C3F-A3F9-D02BC2ABDC18}" destId="{1B8F0147-1EFE-4F2F-91C2-5BBBEA1F1C63}" srcOrd="1" destOrd="0" presId="urn:microsoft.com/office/officeart/2005/8/layout/list1"/>
    <dgm:cxn modelId="{63C10CF4-7CC8-4950-B6E5-9EB3371B8256}" srcId="{EDACC3A8-FF66-45B1-94A6-342C492416C2}" destId="{F272CEE6-18AB-45A8-8974-8C0902E316C4}" srcOrd="0" destOrd="0" parTransId="{B1F45AD2-A711-457E-8C8F-6FD33DB06C1A}" sibTransId="{2EA38A99-38C7-46F5-9CD8-7481E5BE5B2D}"/>
    <dgm:cxn modelId="{1A5DB2DA-46A2-4F3C-900D-D58F3D20E31D}" type="presParOf" srcId="{15676EDB-87C2-4F8D-80F2-F3B95C416930}" destId="{0BD26389-05C6-4746-85B8-07B5519FD5BE}" srcOrd="0" destOrd="0" presId="urn:microsoft.com/office/officeart/2005/8/layout/list1"/>
    <dgm:cxn modelId="{77BD0721-8202-43E5-8853-6EACBB97ABB5}" type="presParOf" srcId="{0BD26389-05C6-4746-85B8-07B5519FD5BE}" destId="{8BA4021F-B105-46C0-A06B-DE6F60A69BAB}" srcOrd="0" destOrd="0" presId="urn:microsoft.com/office/officeart/2005/8/layout/list1"/>
    <dgm:cxn modelId="{A09556DC-25D6-4FC9-AD51-6EB02627BA7D}" type="presParOf" srcId="{0BD26389-05C6-4746-85B8-07B5519FD5BE}" destId="{2049E036-4A29-4947-A94E-0B1ECC328205}" srcOrd="1" destOrd="0" presId="urn:microsoft.com/office/officeart/2005/8/layout/list1"/>
    <dgm:cxn modelId="{32E20B02-E453-4ADD-8348-C36A78B39CCF}" type="presParOf" srcId="{15676EDB-87C2-4F8D-80F2-F3B95C416930}" destId="{DC75C682-BF4F-4A07-BC26-6562CBF81F97}" srcOrd="1" destOrd="0" presId="urn:microsoft.com/office/officeart/2005/8/layout/list1"/>
    <dgm:cxn modelId="{AE6A5F7F-8F32-4BC8-A77F-FC6F1C367B85}" type="presParOf" srcId="{15676EDB-87C2-4F8D-80F2-F3B95C416930}" destId="{84781FFF-239D-4381-A6F9-12B9F28F4937}" srcOrd="2" destOrd="0" presId="urn:microsoft.com/office/officeart/2005/8/layout/list1"/>
    <dgm:cxn modelId="{CD637447-871F-4424-9396-0D9F7216659E}" type="presParOf" srcId="{15676EDB-87C2-4F8D-80F2-F3B95C416930}" destId="{A0195C9C-D91E-467F-A6E8-46BB29BFD6C2}" srcOrd="3" destOrd="0" presId="urn:microsoft.com/office/officeart/2005/8/layout/list1"/>
    <dgm:cxn modelId="{16433D67-C4BF-4AE0-BDDF-CB206DDBD75D}" type="presParOf" srcId="{15676EDB-87C2-4F8D-80F2-F3B95C416930}" destId="{87F7F555-070E-4C8C-B2CE-A96DB0569B08}" srcOrd="4" destOrd="0" presId="urn:microsoft.com/office/officeart/2005/8/layout/list1"/>
    <dgm:cxn modelId="{5C14B28A-2CE1-457C-B5DA-0C4B8D64E5BD}" type="presParOf" srcId="{87F7F555-070E-4C8C-B2CE-A96DB0569B08}" destId="{91CD2EB2-7B2C-4E54-BA7A-D45408592D62}" srcOrd="0" destOrd="0" presId="urn:microsoft.com/office/officeart/2005/8/layout/list1"/>
    <dgm:cxn modelId="{D252322F-AC56-49C1-BB8F-6467BF8DDCA5}" type="presParOf" srcId="{87F7F555-070E-4C8C-B2CE-A96DB0569B08}" destId="{D37DBF59-D5E8-4542-A175-F595DA5BC0CE}" srcOrd="1" destOrd="0" presId="urn:microsoft.com/office/officeart/2005/8/layout/list1"/>
    <dgm:cxn modelId="{A61A47D4-E819-434A-9EC3-679AAE8511BA}" type="presParOf" srcId="{15676EDB-87C2-4F8D-80F2-F3B95C416930}" destId="{EB7AE9F2-75FF-415E-9897-E4CD2830EBB2}" srcOrd="5" destOrd="0" presId="urn:microsoft.com/office/officeart/2005/8/layout/list1"/>
    <dgm:cxn modelId="{0D0F789A-3136-4A38-8925-DCE5F9CFFD64}" type="presParOf" srcId="{15676EDB-87C2-4F8D-80F2-F3B95C416930}" destId="{B8CEA6FC-E8EE-42E5-A2DD-521FCAACAF43}" srcOrd="6" destOrd="0" presId="urn:microsoft.com/office/officeart/2005/8/layout/list1"/>
    <dgm:cxn modelId="{34641951-C1F3-49D6-B351-7821DE8F5E22}" type="presParOf" srcId="{15676EDB-87C2-4F8D-80F2-F3B95C416930}" destId="{9D33A736-BEA8-423D-9BBB-B901253A6C2D}" srcOrd="7" destOrd="0" presId="urn:microsoft.com/office/officeart/2005/8/layout/list1"/>
    <dgm:cxn modelId="{79CE7E34-AB29-43F9-A09D-2D31E384C0AD}" type="presParOf" srcId="{15676EDB-87C2-4F8D-80F2-F3B95C416930}" destId="{47A6B458-8393-4B0D-865E-3E6C712B0A6D}" srcOrd="8" destOrd="0" presId="urn:microsoft.com/office/officeart/2005/8/layout/list1"/>
    <dgm:cxn modelId="{B4494031-2A72-467E-9EAD-0788F1335EA1}" type="presParOf" srcId="{47A6B458-8393-4B0D-865E-3E6C712B0A6D}" destId="{2D248FBD-88E0-4D69-B33E-5893A18029E2}" srcOrd="0" destOrd="0" presId="urn:microsoft.com/office/officeart/2005/8/layout/list1"/>
    <dgm:cxn modelId="{BB039A24-351C-4CCC-9933-298983F12BF9}" type="presParOf" srcId="{47A6B458-8393-4B0D-865E-3E6C712B0A6D}" destId="{1B8F0147-1EFE-4F2F-91C2-5BBBEA1F1C63}" srcOrd="1" destOrd="0" presId="urn:microsoft.com/office/officeart/2005/8/layout/list1"/>
    <dgm:cxn modelId="{A81B1326-8A64-4BEE-82F6-2AFDFCB5B8B9}" type="presParOf" srcId="{15676EDB-87C2-4F8D-80F2-F3B95C416930}" destId="{F4FF13B2-7353-4F11-ABAC-A1C21C7F9F41}" srcOrd="9" destOrd="0" presId="urn:microsoft.com/office/officeart/2005/8/layout/list1"/>
    <dgm:cxn modelId="{3F3F1A2A-D25E-4D79-98F2-B918EFD1FF7C}" type="presParOf" srcId="{15676EDB-87C2-4F8D-80F2-F3B95C416930}" destId="{A79CCCA3-62C0-47C3-AADE-190847F0D4A8}" srcOrd="10" destOrd="0" presId="urn:microsoft.com/office/officeart/2005/8/layout/list1"/>
    <dgm:cxn modelId="{79F48B9B-5944-4D1C-B9FF-6C94898A71B8}" type="presParOf" srcId="{15676EDB-87C2-4F8D-80F2-F3B95C416930}" destId="{BE988C0F-2509-48E5-8A91-F36CF5F5948C}" srcOrd="11" destOrd="0" presId="urn:microsoft.com/office/officeart/2005/8/layout/list1"/>
    <dgm:cxn modelId="{76D4E98C-1395-4BDF-AD31-53DAC3BBA82E}" type="presParOf" srcId="{15676EDB-87C2-4F8D-80F2-F3B95C416930}" destId="{AFF1472A-982E-48BE-82B3-A721FC4A2C78}" srcOrd="12" destOrd="0" presId="urn:microsoft.com/office/officeart/2005/8/layout/list1"/>
    <dgm:cxn modelId="{796BEFBC-C565-4721-8041-4DB0EBED81BB}" type="presParOf" srcId="{AFF1472A-982E-48BE-82B3-A721FC4A2C78}" destId="{B4FBA05E-7825-43DB-97B8-B0DF6830D9EF}" srcOrd="0" destOrd="0" presId="urn:microsoft.com/office/officeart/2005/8/layout/list1"/>
    <dgm:cxn modelId="{626A0A4A-7675-4A73-831D-047F718EE77A}" type="presParOf" srcId="{AFF1472A-982E-48BE-82B3-A721FC4A2C78}" destId="{A4BEC627-B85D-4FF0-91E2-605250F4682E}" srcOrd="1" destOrd="0" presId="urn:microsoft.com/office/officeart/2005/8/layout/list1"/>
    <dgm:cxn modelId="{53AEAFF4-EE20-48E5-8DC5-0B49F6D224C8}" type="presParOf" srcId="{15676EDB-87C2-4F8D-80F2-F3B95C416930}" destId="{C9D7E702-3562-4832-8466-C7ABB413F777}" srcOrd="13" destOrd="0" presId="urn:microsoft.com/office/officeart/2005/8/layout/list1"/>
    <dgm:cxn modelId="{943491AC-D354-4810-896C-AEBB91450EDA}" type="presParOf" srcId="{15676EDB-87C2-4F8D-80F2-F3B95C416930}" destId="{70C3930A-39B2-42CF-817B-A0DB3D6DB842}" srcOrd="14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3CF60623-C986-4E49-976F-95888E0372D0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DFCAB24D-B1D8-407B-997F-F0CFFA526D77}">
      <dgm:prSet/>
      <dgm:spPr/>
      <dgm:t>
        <a:bodyPr/>
        <a:lstStyle/>
        <a:p>
          <a:r>
            <a:rPr lang="en-US" dirty="0"/>
            <a:t>• Delayed diagnosis occurs due to lack of awareness, limited specialized testing, and interpretation challenges.</a:t>
          </a:r>
        </a:p>
      </dgm:t>
    </dgm:pt>
    <dgm:pt modelId="{4D8E3064-F02C-439F-8961-3EAA915665B3}" type="parTrans" cxnId="{0ED4E83D-E8B5-4EDA-837C-A0CA3E65AAA7}">
      <dgm:prSet/>
      <dgm:spPr/>
      <dgm:t>
        <a:bodyPr/>
        <a:lstStyle/>
        <a:p>
          <a:endParaRPr lang="en-US"/>
        </a:p>
      </dgm:t>
    </dgm:pt>
    <dgm:pt modelId="{BA25F6E4-25F1-4914-9963-2A4AD29EC424}" type="sibTrans" cxnId="{0ED4E83D-E8B5-4EDA-837C-A0CA3E65AAA7}">
      <dgm:prSet/>
      <dgm:spPr/>
      <dgm:t>
        <a:bodyPr/>
        <a:lstStyle/>
        <a:p>
          <a:endParaRPr lang="en-US"/>
        </a:p>
      </dgm:t>
    </dgm:pt>
    <dgm:pt modelId="{42798A9E-8299-411B-AD74-59C288305565}">
      <dgm:prSet/>
      <dgm:spPr/>
      <dgm:t>
        <a:bodyPr/>
        <a:lstStyle/>
        <a:p>
          <a:r>
            <a:rPr lang="en-US"/>
            <a:t>• Conventional systems cannot easily distinguish disorder categories.</a:t>
          </a:r>
        </a:p>
      </dgm:t>
    </dgm:pt>
    <dgm:pt modelId="{8BD0E90F-3EF9-459D-B080-E7E07F61C375}" type="parTrans" cxnId="{814A1886-F889-4BF0-BC5D-BDD081685546}">
      <dgm:prSet/>
      <dgm:spPr/>
      <dgm:t>
        <a:bodyPr/>
        <a:lstStyle/>
        <a:p>
          <a:endParaRPr lang="en-US"/>
        </a:p>
      </dgm:t>
    </dgm:pt>
    <dgm:pt modelId="{018A0D38-8FBA-4DE2-9F8B-DAB43F468913}" type="sibTrans" cxnId="{814A1886-F889-4BF0-BC5D-BDD081685546}">
      <dgm:prSet/>
      <dgm:spPr/>
      <dgm:t>
        <a:bodyPr/>
        <a:lstStyle/>
        <a:p>
          <a:endParaRPr lang="en-US"/>
        </a:p>
      </dgm:t>
    </dgm:pt>
    <dgm:pt modelId="{B15C93EF-9B80-49E9-903F-CF9D7E342170}">
      <dgm:prSet/>
      <dgm:spPr/>
      <dgm:t>
        <a:bodyPr/>
        <a:lstStyle/>
        <a:p>
          <a:r>
            <a:rPr lang="en-US"/>
            <a:t>• Existing tools focus on confirming known variants instead of predicting future risk.</a:t>
          </a:r>
        </a:p>
      </dgm:t>
    </dgm:pt>
    <dgm:pt modelId="{8576F982-CE1E-4A31-BAD0-FD3B82D8C0F4}" type="parTrans" cxnId="{89738BA3-FA2B-47DE-9C93-0ED714F33762}">
      <dgm:prSet/>
      <dgm:spPr/>
      <dgm:t>
        <a:bodyPr/>
        <a:lstStyle/>
        <a:p>
          <a:endParaRPr lang="en-US"/>
        </a:p>
      </dgm:t>
    </dgm:pt>
    <dgm:pt modelId="{3CFA0286-7CD7-4341-9331-9E79880D95BF}" type="sibTrans" cxnId="{89738BA3-FA2B-47DE-9C93-0ED714F33762}">
      <dgm:prSet/>
      <dgm:spPr/>
      <dgm:t>
        <a:bodyPr/>
        <a:lstStyle/>
        <a:p>
          <a:endParaRPr lang="en-US"/>
        </a:p>
      </dgm:t>
    </dgm:pt>
    <dgm:pt modelId="{941826BF-A827-49FB-AD2E-9EF17CEB2EDD}">
      <dgm:prSet/>
      <dgm:spPr/>
      <dgm:t>
        <a:bodyPr/>
        <a:lstStyle/>
        <a:p>
          <a:r>
            <a:rPr lang="en-US"/>
            <a:t>• The goal is to build an automated, proactive system for early genomic analysis.</a:t>
          </a:r>
        </a:p>
      </dgm:t>
    </dgm:pt>
    <dgm:pt modelId="{6115011F-447C-4421-8320-E75E06BE59CE}" type="parTrans" cxnId="{87F8E2A8-94EF-4138-AB7D-CDF3956C5964}">
      <dgm:prSet/>
      <dgm:spPr/>
      <dgm:t>
        <a:bodyPr/>
        <a:lstStyle/>
        <a:p>
          <a:endParaRPr lang="en-US"/>
        </a:p>
      </dgm:t>
    </dgm:pt>
    <dgm:pt modelId="{1CDB6125-737D-4A30-B1A7-F3FB2DB7BB99}" type="sibTrans" cxnId="{87F8E2A8-94EF-4138-AB7D-CDF3956C5964}">
      <dgm:prSet/>
      <dgm:spPr/>
      <dgm:t>
        <a:bodyPr/>
        <a:lstStyle/>
        <a:p>
          <a:endParaRPr lang="en-US"/>
        </a:p>
      </dgm:t>
    </dgm:pt>
    <dgm:pt modelId="{F40F110D-C268-4EDA-BFFB-12DDECDD2817}" type="pres">
      <dgm:prSet presAssocID="{3CF60623-C986-4E49-976F-95888E0372D0}" presName="linear" presStyleCnt="0">
        <dgm:presLayoutVars>
          <dgm:animLvl val="lvl"/>
          <dgm:resizeHandles val="exact"/>
        </dgm:presLayoutVars>
      </dgm:prSet>
      <dgm:spPr/>
    </dgm:pt>
    <dgm:pt modelId="{9AC67544-7716-4CD9-8AFA-92AE83FD1BC4}" type="pres">
      <dgm:prSet presAssocID="{DFCAB24D-B1D8-407B-997F-F0CFFA526D77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118CB60-FE77-4B0E-B194-783751538A06}" type="pres">
      <dgm:prSet presAssocID="{BA25F6E4-25F1-4914-9963-2A4AD29EC424}" presName="spacer" presStyleCnt="0"/>
      <dgm:spPr/>
    </dgm:pt>
    <dgm:pt modelId="{0E353993-1B9F-49CF-965D-A0E617E84F26}" type="pres">
      <dgm:prSet presAssocID="{42798A9E-8299-411B-AD74-59C288305565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BB6B92BA-731B-4590-A650-F198136832E5}" type="pres">
      <dgm:prSet presAssocID="{018A0D38-8FBA-4DE2-9F8B-DAB43F468913}" presName="spacer" presStyleCnt="0"/>
      <dgm:spPr/>
    </dgm:pt>
    <dgm:pt modelId="{4F45CF35-BD89-4DC4-BE5B-30CD432BF7AD}" type="pres">
      <dgm:prSet presAssocID="{B15C93EF-9B80-49E9-903F-CF9D7E342170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7E6736B-2FFD-4655-A9FA-CF287F52E214}" type="pres">
      <dgm:prSet presAssocID="{3CFA0286-7CD7-4341-9331-9E79880D95BF}" presName="spacer" presStyleCnt="0"/>
      <dgm:spPr/>
    </dgm:pt>
    <dgm:pt modelId="{D1E90130-04C7-4583-B49B-C8E6D501B7CA}" type="pres">
      <dgm:prSet presAssocID="{941826BF-A827-49FB-AD2E-9EF17CEB2EDD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A0C0AE36-44AC-4390-A98C-820AC1BA74BA}" type="presOf" srcId="{3CF60623-C986-4E49-976F-95888E0372D0}" destId="{F40F110D-C268-4EDA-BFFB-12DDECDD2817}" srcOrd="0" destOrd="0" presId="urn:microsoft.com/office/officeart/2005/8/layout/vList2"/>
    <dgm:cxn modelId="{0ED4E83D-E8B5-4EDA-837C-A0CA3E65AAA7}" srcId="{3CF60623-C986-4E49-976F-95888E0372D0}" destId="{DFCAB24D-B1D8-407B-997F-F0CFFA526D77}" srcOrd="0" destOrd="0" parTransId="{4D8E3064-F02C-439F-8961-3EAA915665B3}" sibTransId="{BA25F6E4-25F1-4914-9963-2A4AD29EC424}"/>
    <dgm:cxn modelId="{814A1886-F889-4BF0-BC5D-BDD081685546}" srcId="{3CF60623-C986-4E49-976F-95888E0372D0}" destId="{42798A9E-8299-411B-AD74-59C288305565}" srcOrd="1" destOrd="0" parTransId="{8BD0E90F-3EF9-459D-B080-E7E07F61C375}" sibTransId="{018A0D38-8FBA-4DE2-9F8B-DAB43F468913}"/>
    <dgm:cxn modelId="{89738BA3-FA2B-47DE-9C93-0ED714F33762}" srcId="{3CF60623-C986-4E49-976F-95888E0372D0}" destId="{B15C93EF-9B80-49E9-903F-CF9D7E342170}" srcOrd="2" destOrd="0" parTransId="{8576F982-CE1E-4A31-BAD0-FD3B82D8C0F4}" sibTransId="{3CFA0286-7CD7-4341-9331-9E79880D95BF}"/>
    <dgm:cxn modelId="{84A119A6-857E-46AB-8E26-56D9DF084C7D}" type="presOf" srcId="{B15C93EF-9B80-49E9-903F-CF9D7E342170}" destId="{4F45CF35-BD89-4DC4-BE5B-30CD432BF7AD}" srcOrd="0" destOrd="0" presId="urn:microsoft.com/office/officeart/2005/8/layout/vList2"/>
    <dgm:cxn modelId="{87F8E2A8-94EF-4138-AB7D-CDF3956C5964}" srcId="{3CF60623-C986-4E49-976F-95888E0372D0}" destId="{941826BF-A827-49FB-AD2E-9EF17CEB2EDD}" srcOrd="3" destOrd="0" parTransId="{6115011F-447C-4421-8320-E75E06BE59CE}" sibTransId="{1CDB6125-737D-4A30-B1A7-F3FB2DB7BB99}"/>
    <dgm:cxn modelId="{11DC33BF-803F-442F-AA79-4DB6DA21E665}" type="presOf" srcId="{DFCAB24D-B1D8-407B-997F-F0CFFA526D77}" destId="{9AC67544-7716-4CD9-8AFA-92AE83FD1BC4}" srcOrd="0" destOrd="0" presId="urn:microsoft.com/office/officeart/2005/8/layout/vList2"/>
    <dgm:cxn modelId="{0EE579C1-C549-4F1F-B6E8-1D4175DA5318}" type="presOf" srcId="{42798A9E-8299-411B-AD74-59C288305565}" destId="{0E353993-1B9F-49CF-965D-A0E617E84F26}" srcOrd="0" destOrd="0" presId="urn:microsoft.com/office/officeart/2005/8/layout/vList2"/>
    <dgm:cxn modelId="{EEA09CC2-546B-4443-AA25-DB636664190A}" type="presOf" srcId="{941826BF-A827-49FB-AD2E-9EF17CEB2EDD}" destId="{D1E90130-04C7-4583-B49B-C8E6D501B7CA}" srcOrd="0" destOrd="0" presId="urn:microsoft.com/office/officeart/2005/8/layout/vList2"/>
    <dgm:cxn modelId="{0DF23D2F-28DC-485E-8C50-19BBDFC3EDB1}" type="presParOf" srcId="{F40F110D-C268-4EDA-BFFB-12DDECDD2817}" destId="{9AC67544-7716-4CD9-8AFA-92AE83FD1BC4}" srcOrd="0" destOrd="0" presId="urn:microsoft.com/office/officeart/2005/8/layout/vList2"/>
    <dgm:cxn modelId="{672BAA58-31BD-4BA5-9855-A4F1336D5DCB}" type="presParOf" srcId="{F40F110D-C268-4EDA-BFFB-12DDECDD2817}" destId="{5118CB60-FE77-4B0E-B194-783751538A06}" srcOrd="1" destOrd="0" presId="urn:microsoft.com/office/officeart/2005/8/layout/vList2"/>
    <dgm:cxn modelId="{B33DE344-343B-4232-8B57-C9A4BA869A75}" type="presParOf" srcId="{F40F110D-C268-4EDA-BFFB-12DDECDD2817}" destId="{0E353993-1B9F-49CF-965D-A0E617E84F26}" srcOrd="2" destOrd="0" presId="urn:microsoft.com/office/officeart/2005/8/layout/vList2"/>
    <dgm:cxn modelId="{BC530594-39C1-411F-86C9-1AFCF6C8C999}" type="presParOf" srcId="{F40F110D-C268-4EDA-BFFB-12DDECDD2817}" destId="{BB6B92BA-731B-4590-A650-F198136832E5}" srcOrd="3" destOrd="0" presId="urn:microsoft.com/office/officeart/2005/8/layout/vList2"/>
    <dgm:cxn modelId="{69AB871B-1BED-43F8-857F-E53C7C3DA88C}" type="presParOf" srcId="{F40F110D-C268-4EDA-BFFB-12DDECDD2817}" destId="{4F45CF35-BD89-4DC4-BE5B-30CD432BF7AD}" srcOrd="4" destOrd="0" presId="urn:microsoft.com/office/officeart/2005/8/layout/vList2"/>
    <dgm:cxn modelId="{0407FF23-3BE0-45ED-8552-3FBEC602E252}" type="presParOf" srcId="{F40F110D-C268-4EDA-BFFB-12DDECDD2817}" destId="{D7E6736B-2FFD-4655-A9FA-CF287F52E214}" srcOrd="5" destOrd="0" presId="urn:microsoft.com/office/officeart/2005/8/layout/vList2"/>
    <dgm:cxn modelId="{2AB339DC-9E19-4770-AFD8-8D661575D8F7}" type="presParOf" srcId="{F40F110D-C268-4EDA-BFFB-12DDECDD2817}" destId="{D1E90130-04C7-4583-B49B-C8E6D501B7CA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ED9218A-451A-4C7B-A992-3BBDEC15F634}" type="doc">
      <dgm:prSet loTypeId="urn:microsoft.com/office/officeart/2018/2/layout/IconCircle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8B94A6B5-8324-4148-8C57-D4B69E9F9A24}">
      <dgm:prSet/>
      <dgm:spPr/>
      <dgm:t>
        <a:bodyPr/>
        <a:lstStyle/>
        <a:p>
          <a:r>
            <a:rPr lang="en-US" dirty="0"/>
            <a:t>Develop an automated system that classifies mitochondrial, single‑gene, and multifactorial disorders.</a:t>
          </a:r>
        </a:p>
      </dgm:t>
    </dgm:pt>
    <dgm:pt modelId="{817F70F5-2ED4-455B-BE28-A64C81CEEE17}" type="parTrans" cxnId="{2F73532E-7C38-4136-B03B-37A2BB41AAD5}">
      <dgm:prSet/>
      <dgm:spPr/>
      <dgm:t>
        <a:bodyPr/>
        <a:lstStyle/>
        <a:p>
          <a:endParaRPr lang="en-US"/>
        </a:p>
      </dgm:t>
    </dgm:pt>
    <dgm:pt modelId="{07653A37-32AF-449B-AB45-F618958EEEBA}" type="sibTrans" cxnId="{2F73532E-7C38-4136-B03B-37A2BB41AAD5}">
      <dgm:prSet/>
      <dgm:spPr/>
      <dgm:t>
        <a:bodyPr/>
        <a:lstStyle/>
        <a:p>
          <a:endParaRPr lang="en-US"/>
        </a:p>
      </dgm:t>
    </dgm:pt>
    <dgm:pt modelId="{CEBB1770-72D2-4936-9ED9-AD308FF8916D}">
      <dgm:prSet/>
      <dgm:spPr/>
      <dgm:t>
        <a:bodyPr/>
        <a:lstStyle/>
        <a:p>
          <a:r>
            <a:rPr lang="en-US" dirty="0"/>
            <a:t>Enable early risk detection before clinical symptoms appear.</a:t>
          </a:r>
        </a:p>
      </dgm:t>
    </dgm:pt>
    <dgm:pt modelId="{C76387A6-DAA0-4467-AA41-2D4510283540}" type="parTrans" cxnId="{4875DDDC-4904-431C-BBAF-196FC37089F5}">
      <dgm:prSet/>
      <dgm:spPr/>
      <dgm:t>
        <a:bodyPr/>
        <a:lstStyle/>
        <a:p>
          <a:endParaRPr lang="en-US"/>
        </a:p>
      </dgm:t>
    </dgm:pt>
    <dgm:pt modelId="{F9233FCB-460A-4AC8-9F59-116C445E928F}" type="sibTrans" cxnId="{4875DDDC-4904-431C-BBAF-196FC37089F5}">
      <dgm:prSet/>
      <dgm:spPr/>
      <dgm:t>
        <a:bodyPr/>
        <a:lstStyle/>
        <a:p>
          <a:endParaRPr lang="en-US"/>
        </a:p>
      </dgm:t>
    </dgm:pt>
    <dgm:pt modelId="{9B197D2D-8523-43AC-A7E5-B58B62F5A3BA}">
      <dgm:prSet/>
      <dgm:spPr/>
      <dgm:t>
        <a:bodyPr/>
        <a:lstStyle/>
        <a:p>
          <a:r>
            <a:rPr lang="en-US" dirty="0"/>
            <a:t>Use ensemble learning to boost prediction accuracy and reduce errors.</a:t>
          </a:r>
        </a:p>
      </dgm:t>
    </dgm:pt>
    <dgm:pt modelId="{C53ED8C0-C3AA-4EBC-81C1-5EDEABF44159}" type="parTrans" cxnId="{7BD0FD52-FA61-49D9-9B33-2BB20C856C94}">
      <dgm:prSet/>
      <dgm:spPr/>
      <dgm:t>
        <a:bodyPr/>
        <a:lstStyle/>
        <a:p>
          <a:endParaRPr lang="en-US"/>
        </a:p>
      </dgm:t>
    </dgm:pt>
    <dgm:pt modelId="{CB419B91-5611-4BDF-A833-F60D31FCF362}" type="sibTrans" cxnId="{7BD0FD52-FA61-49D9-9B33-2BB20C856C94}">
      <dgm:prSet/>
      <dgm:spPr/>
      <dgm:t>
        <a:bodyPr/>
        <a:lstStyle/>
        <a:p>
          <a:endParaRPr lang="en-US"/>
        </a:p>
      </dgm:t>
    </dgm:pt>
    <dgm:pt modelId="{C2A0BA4A-6F11-44E5-B7DB-BA985488F99B}">
      <dgm:prSet/>
      <dgm:spPr/>
      <dgm:t>
        <a:bodyPr/>
        <a:lstStyle/>
        <a:p>
          <a:r>
            <a:rPr lang="en-US" dirty="0"/>
            <a:t>Support precision medicine through personalized genomic insights.</a:t>
          </a:r>
        </a:p>
      </dgm:t>
    </dgm:pt>
    <dgm:pt modelId="{F1FD4A01-6C6A-4BAB-9808-DE91A33C7D7C}" type="parTrans" cxnId="{A6993CE3-398B-4929-AC69-2EC472C7D3F1}">
      <dgm:prSet/>
      <dgm:spPr/>
      <dgm:t>
        <a:bodyPr/>
        <a:lstStyle/>
        <a:p>
          <a:endParaRPr lang="en-US"/>
        </a:p>
      </dgm:t>
    </dgm:pt>
    <dgm:pt modelId="{5964003B-1FBB-4D8E-AC77-5A552F505CA5}" type="sibTrans" cxnId="{A6993CE3-398B-4929-AC69-2EC472C7D3F1}">
      <dgm:prSet/>
      <dgm:spPr/>
      <dgm:t>
        <a:bodyPr/>
        <a:lstStyle/>
        <a:p>
          <a:endParaRPr lang="en-US"/>
        </a:p>
      </dgm:t>
    </dgm:pt>
    <dgm:pt modelId="{10385B82-6FBF-4072-A757-25E16BD0D1E2}" type="pres">
      <dgm:prSet presAssocID="{2ED9218A-451A-4C7B-A992-3BBDEC15F634}" presName="root" presStyleCnt="0">
        <dgm:presLayoutVars>
          <dgm:dir/>
          <dgm:resizeHandles val="exact"/>
        </dgm:presLayoutVars>
      </dgm:prSet>
      <dgm:spPr/>
    </dgm:pt>
    <dgm:pt modelId="{DB2BD98D-6466-431C-A3C8-780468BD6265}" type="pres">
      <dgm:prSet presAssocID="{2ED9218A-451A-4C7B-A992-3BBDEC15F634}" presName="container" presStyleCnt="0">
        <dgm:presLayoutVars>
          <dgm:dir/>
          <dgm:resizeHandles val="exact"/>
        </dgm:presLayoutVars>
      </dgm:prSet>
      <dgm:spPr/>
    </dgm:pt>
    <dgm:pt modelId="{D5EC08BD-4ABA-4AF2-BCE8-C986058DC99F}" type="pres">
      <dgm:prSet presAssocID="{8B94A6B5-8324-4148-8C57-D4B69E9F9A24}" presName="compNode" presStyleCnt="0"/>
      <dgm:spPr/>
    </dgm:pt>
    <dgm:pt modelId="{DA804F0E-7C6C-44B9-BFFA-2D2A6E28DA8C}" type="pres">
      <dgm:prSet presAssocID="{8B94A6B5-8324-4148-8C57-D4B69E9F9A24}" presName="iconBgRect" presStyleLbl="bgShp" presStyleIdx="0" presStyleCnt="4"/>
      <dgm:spPr/>
    </dgm:pt>
    <dgm:pt modelId="{17580C59-FFB8-4DCF-8235-6D16B1C2E083}" type="pres">
      <dgm:prSet presAssocID="{8B94A6B5-8324-4148-8C57-D4B69E9F9A24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2FD4B6E6-9572-48C7-A833-1F07D1EDFA30}" type="pres">
      <dgm:prSet presAssocID="{8B94A6B5-8324-4148-8C57-D4B69E9F9A24}" presName="spaceRect" presStyleCnt="0"/>
      <dgm:spPr/>
    </dgm:pt>
    <dgm:pt modelId="{940428E3-3F41-40D7-8CEE-DA95BED08108}" type="pres">
      <dgm:prSet presAssocID="{8B94A6B5-8324-4148-8C57-D4B69E9F9A24}" presName="textRect" presStyleLbl="revTx" presStyleIdx="0" presStyleCnt="4">
        <dgm:presLayoutVars>
          <dgm:chMax val="1"/>
          <dgm:chPref val="1"/>
        </dgm:presLayoutVars>
      </dgm:prSet>
      <dgm:spPr/>
    </dgm:pt>
    <dgm:pt modelId="{E5B6E730-6CDA-4FCD-B017-9904966FFA0C}" type="pres">
      <dgm:prSet presAssocID="{07653A37-32AF-449B-AB45-F618958EEEBA}" presName="sibTrans" presStyleLbl="sibTrans2D1" presStyleIdx="0" presStyleCnt="0"/>
      <dgm:spPr/>
    </dgm:pt>
    <dgm:pt modelId="{5BACDEA1-DC2F-41CD-B5DD-38451CE4EC22}" type="pres">
      <dgm:prSet presAssocID="{CEBB1770-72D2-4936-9ED9-AD308FF8916D}" presName="compNode" presStyleCnt="0"/>
      <dgm:spPr/>
    </dgm:pt>
    <dgm:pt modelId="{09BFE8A2-A896-4A6F-9F95-7ADA87E341C5}" type="pres">
      <dgm:prSet presAssocID="{CEBB1770-72D2-4936-9ED9-AD308FF8916D}" presName="iconBgRect" presStyleLbl="bgShp" presStyleIdx="1" presStyleCnt="4"/>
      <dgm:spPr/>
    </dgm:pt>
    <dgm:pt modelId="{4269E9CE-4238-48C3-A546-DD58694BCA69}" type="pres">
      <dgm:prSet presAssocID="{CEBB1770-72D2-4936-9ED9-AD308FF8916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ethoscope"/>
        </a:ext>
      </dgm:extLst>
    </dgm:pt>
    <dgm:pt modelId="{A221FCF6-BBE0-4F3D-9FAD-BECE0718A223}" type="pres">
      <dgm:prSet presAssocID="{CEBB1770-72D2-4936-9ED9-AD308FF8916D}" presName="spaceRect" presStyleCnt="0"/>
      <dgm:spPr/>
    </dgm:pt>
    <dgm:pt modelId="{83F1B542-A1B9-4C3F-B022-999F6D93F9AC}" type="pres">
      <dgm:prSet presAssocID="{CEBB1770-72D2-4936-9ED9-AD308FF8916D}" presName="textRect" presStyleLbl="revTx" presStyleIdx="1" presStyleCnt="4">
        <dgm:presLayoutVars>
          <dgm:chMax val="1"/>
          <dgm:chPref val="1"/>
        </dgm:presLayoutVars>
      </dgm:prSet>
      <dgm:spPr/>
    </dgm:pt>
    <dgm:pt modelId="{698EC931-F9E6-4321-B933-0A627B807FE6}" type="pres">
      <dgm:prSet presAssocID="{F9233FCB-460A-4AC8-9F59-116C445E928F}" presName="sibTrans" presStyleLbl="sibTrans2D1" presStyleIdx="0" presStyleCnt="0"/>
      <dgm:spPr/>
    </dgm:pt>
    <dgm:pt modelId="{0669717D-7A5B-4FA0-8D06-4D86B2740395}" type="pres">
      <dgm:prSet presAssocID="{9B197D2D-8523-43AC-A7E5-B58B62F5A3BA}" presName="compNode" presStyleCnt="0"/>
      <dgm:spPr/>
    </dgm:pt>
    <dgm:pt modelId="{1B7B7279-9803-4AC8-B4AA-FE9C39E24234}" type="pres">
      <dgm:prSet presAssocID="{9B197D2D-8523-43AC-A7E5-B58B62F5A3BA}" presName="iconBgRect" presStyleLbl="bgShp" presStyleIdx="2" presStyleCnt="4"/>
      <dgm:spPr/>
    </dgm:pt>
    <dgm:pt modelId="{40EC6E67-1CA8-42F6-8F1B-01BCE410472C}" type="pres">
      <dgm:prSet presAssocID="{9B197D2D-8523-43AC-A7E5-B58B62F5A3BA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onductor"/>
        </a:ext>
      </dgm:extLst>
    </dgm:pt>
    <dgm:pt modelId="{2CD943DB-B7BA-4F74-A87E-EBD9386E3B33}" type="pres">
      <dgm:prSet presAssocID="{9B197D2D-8523-43AC-A7E5-B58B62F5A3BA}" presName="spaceRect" presStyleCnt="0"/>
      <dgm:spPr/>
    </dgm:pt>
    <dgm:pt modelId="{677F30FF-7F8E-4AA3-9B28-99C5D6F3476D}" type="pres">
      <dgm:prSet presAssocID="{9B197D2D-8523-43AC-A7E5-B58B62F5A3BA}" presName="textRect" presStyleLbl="revTx" presStyleIdx="2" presStyleCnt="4">
        <dgm:presLayoutVars>
          <dgm:chMax val="1"/>
          <dgm:chPref val="1"/>
        </dgm:presLayoutVars>
      </dgm:prSet>
      <dgm:spPr/>
    </dgm:pt>
    <dgm:pt modelId="{FEE87FF0-8C07-4BC3-9116-4374BA2FB3E3}" type="pres">
      <dgm:prSet presAssocID="{CB419B91-5611-4BDF-A833-F60D31FCF362}" presName="sibTrans" presStyleLbl="sibTrans2D1" presStyleIdx="0" presStyleCnt="0"/>
      <dgm:spPr/>
    </dgm:pt>
    <dgm:pt modelId="{2B83FB25-4E3F-40A0-9EC6-51A2C5E361AB}" type="pres">
      <dgm:prSet presAssocID="{C2A0BA4A-6F11-44E5-B7DB-BA985488F99B}" presName="compNode" presStyleCnt="0"/>
      <dgm:spPr/>
    </dgm:pt>
    <dgm:pt modelId="{8F62F907-8DC8-4E33-B287-BC1CC43FA5B8}" type="pres">
      <dgm:prSet presAssocID="{C2A0BA4A-6F11-44E5-B7DB-BA985488F99B}" presName="iconBgRect" presStyleLbl="bgShp" presStyleIdx="3" presStyleCnt="4"/>
      <dgm:spPr/>
    </dgm:pt>
    <dgm:pt modelId="{5D84877F-63D1-4E81-8D3E-D60A6E2E99EA}" type="pres">
      <dgm:prSet presAssocID="{C2A0BA4A-6F11-44E5-B7DB-BA985488F99B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icroscope"/>
        </a:ext>
      </dgm:extLst>
    </dgm:pt>
    <dgm:pt modelId="{561E4024-0FA4-4026-A9B6-4FC604B281DD}" type="pres">
      <dgm:prSet presAssocID="{C2A0BA4A-6F11-44E5-B7DB-BA985488F99B}" presName="spaceRect" presStyleCnt="0"/>
      <dgm:spPr/>
    </dgm:pt>
    <dgm:pt modelId="{505A9479-2430-4EB8-8ABC-169B4449409B}" type="pres">
      <dgm:prSet presAssocID="{C2A0BA4A-6F11-44E5-B7DB-BA985488F99B}" presName="textRect" presStyleLbl="revTx" presStyleIdx="3" presStyleCnt="4">
        <dgm:presLayoutVars>
          <dgm:chMax val="1"/>
          <dgm:chPref val="1"/>
        </dgm:presLayoutVars>
      </dgm:prSet>
      <dgm:spPr/>
    </dgm:pt>
  </dgm:ptLst>
  <dgm:cxnLst>
    <dgm:cxn modelId="{14CE000F-4CEA-4E47-88CB-0E38824953B1}" type="presOf" srcId="{CEBB1770-72D2-4936-9ED9-AD308FF8916D}" destId="{83F1B542-A1B9-4C3F-B022-999F6D93F9AC}" srcOrd="0" destOrd="0" presId="urn:microsoft.com/office/officeart/2018/2/layout/IconCircleList"/>
    <dgm:cxn modelId="{2F73532E-7C38-4136-B03B-37A2BB41AAD5}" srcId="{2ED9218A-451A-4C7B-A992-3BBDEC15F634}" destId="{8B94A6B5-8324-4148-8C57-D4B69E9F9A24}" srcOrd="0" destOrd="0" parTransId="{817F70F5-2ED4-455B-BE28-A64C81CEEE17}" sibTransId="{07653A37-32AF-449B-AB45-F618958EEEBA}"/>
    <dgm:cxn modelId="{CD7EDB4E-7499-4445-90CD-C3587746F050}" type="presOf" srcId="{2ED9218A-451A-4C7B-A992-3BBDEC15F634}" destId="{10385B82-6FBF-4072-A757-25E16BD0D1E2}" srcOrd="0" destOrd="0" presId="urn:microsoft.com/office/officeart/2018/2/layout/IconCircleList"/>
    <dgm:cxn modelId="{7BD0FD52-FA61-49D9-9B33-2BB20C856C94}" srcId="{2ED9218A-451A-4C7B-A992-3BBDEC15F634}" destId="{9B197D2D-8523-43AC-A7E5-B58B62F5A3BA}" srcOrd="2" destOrd="0" parTransId="{C53ED8C0-C3AA-4EBC-81C1-5EDEABF44159}" sibTransId="{CB419B91-5611-4BDF-A833-F60D31FCF362}"/>
    <dgm:cxn modelId="{F37E83C4-5866-4A27-A43B-B9F0CBC9D1BC}" type="presOf" srcId="{07653A37-32AF-449B-AB45-F618958EEEBA}" destId="{E5B6E730-6CDA-4FCD-B017-9904966FFA0C}" srcOrd="0" destOrd="0" presId="urn:microsoft.com/office/officeart/2018/2/layout/IconCircleList"/>
    <dgm:cxn modelId="{8550F4CD-B057-4D18-9CDA-965110BDF960}" type="presOf" srcId="{CB419B91-5611-4BDF-A833-F60D31FCF362}" destId="{FEE87FF0-8C07-4BC3-9116-4374BA2FB3E3}" srcOrd="0" destOrd="0" presId="urn:microsoft.com/office/officeart/2018/2/layout/IconCircleList"/>
    <dgm:cxn modelId="{4875DDDC-4904-431C-BBAF-196FC37089F5}" srcId="{2ED9218A-451A-4C7B-A992-3BBDEC15F634}" destId="{CEBB1770-72D2-4936-9ED9-AD308FF8916D}" srcOrd="1" destOrd="0" parTransId="{C76387A6-DAA0-4467-AA41-2D4510283540}" sibTransId="{F9233FCB-460A-4AC8-9F59-116C445E928F}"/>
    <dgm:cxn modelId="{A6993CE3-398B-4929-AC69-2EC472C7D3F1}" srcId="{2ED9218A-451A-4C7B-A992-3BBDEC15F634}" destId="{C2A0BA4A-6F11-44E5-B7DB-BA985488F99B}" srcOrd="3" destOrd="0" parTransId="{F1FD4A01-6C6A-4BAB-9808-DE91A33C7D7C}" sibTransId="{5964003B-1FBB-4D8E-AC77-5A552F505CA5}"/>
    <dgm:cxn modelId="{FCE24FF1-6782-4AA5-A23D-07D13861F6EA}" type="presOf" srcId="{C2A0BA4A-6F11-44E5-B7DB-BA985488F99B}" destId="{505A9479-2430-4EB8-8ABC-169B4449409B}" srcOrd="0" destOrd="0" presId="urn:microsoft.com/office/officeart/2018/2/layout/IconCircleList"/>
    <dgm:cxn modelId="{72A956F6-01A0-4CC4-A3A0-2CB851277371}" type="presOf" srcId="{8B94A6B5-8324-4148-8C57-D4B69E9F9A24}" destId="{940428E3-3F41-40D7-8CEE-DA95BED08108}" srcOrd="0" destOrd="0" presId="urn:microsoft.com/office/officeart/2018/2/layout/IconCircleList"/>
    <dgm:cxn modelId="{4D58B6FC-70D5-4356-BF14-31A4A247210A}" type="presOf" srcId="{9B197D2D-8523-43AC-A7E5-B58B62F5A3BA}" destId="{677F30FF-7F8E-4AA3-9B28-99C5D6F3476D}" srcOrd="0" destOrd="0" presId="urn:microsoft.com/office/officeart/2018/2/layout/IconCircleList"/>
    <dgm:cxn modelId="{E5DBF9FC-D6D5-4B1F-82D9-42E5A579B43B}" type="presOf" srcId="{F9233FCB-460A-4AC8-9F59-116C445E928F}" destId="{698EC931-F9E6-4321-B933-0A627B807FE6}" srcOrd="0" destOrd="0" presId="urn:microsoft.com/office/officeart/2018/2/layout/IconCircleList"/>
    <dgm:cxn modelId="{BE181BA7-67CB-4AE6-8780-78EE74930E7D}" type="presParOf" srcId="{10385B82-6FBF-4072-A757-25E16BD0D1E2}" destId="{DB2BD98D-6466-431C-A3C8-780468BD6265}" srcOrd="0" destOrd="0" presId="urn:microsoft.com/office/officeart/2018/2/layout/IconCircleList"/>
    <dgm:cxn modelId="{5828CA4F-977B-4423-9E25-90136339A956}" type="presParOf" srcId="{DB2BD98D-6466-431C-A3C8-780468BD6265}" destId="{D5EC08BD-4ABA-4AF2-BCE8-C986058DC99F}" srcOrd="0" destOrd="0" presId="urn:microsoft.com/office/officeart/2018/2/layout/IconCircleList"/>
    <dgm:cxn modelId="{7CBDB20B-78F6-4A95-9104-A134B1A4C338}" type="presParOf" srcId="{D5EC08BD-4ABA-4AF2-BCE8-C986058DC99F}" destId="{DA804F0E-7C6C-44B9-BFFA-2D2A6E28DA8C}" srcOrd="0" destOrd="0" presId="urn:microsoft.com/office/officeart/2018/2/layout/IconCircleList"/>
    <dgm:cxn modelId="{AF4E36BC-D6CE-4902-B083-CDF9CEB9B68E}" type="presParOf" srcId="{D5EC08BD-4ABA-4AF2-BCE8-C986058DC99F}" destId="{17580C59-FFB8-4DCF-8235-6D16B1C2E083}" srcOrd="1" destOrd="0" presId="urn:microsoft.com/office/officeart/2018/2/layout/IconCircleList"/>
    <dgm:cxn modelId="{4A3DEB75-66B5-4788-B110-C9163F82A319}" type="presParOf" srcId="{D5EC08BD-4ABA-4AF2-BCE8-C986058DC99F}" destId="{2FD4B6E6-9572-48C7-A833-1F07D1EDFA30}" srcOrd="2" destOrd="0" presId="urn:microsoft.com/office/officeart/2018/2/layout/IconCircleList"/>
    <dgm:cxn modelId="{46736D14-68CF-4D06-A8C9-AD94A289EB31}" type="presParOf" srcId="{D5EC08BD-4ABA-4AF2-BCE8-C986058DC99F}" destId="{940428E3-3F41-40D7-8CEE-DA95BED08108}" srcOrd="3" destOrd="0" presId="urn:microsoft.com/office/officeart/2018/2/layout/IconCircleList"/>
    <dgm:cxn modelId="{6184ABE7-A31F-4607-ADB7-E0D9DF5291DD}" type="presParOf" srcId="{DB2BD98D-6466-431C-A3C8-780468BD6265}" destId="{E5B6E730-6CDA-4FCD-B017-9904966FFA0C}" srcOrd="1" destOrd="0" presId="urn:microsoft.com/office/officeart/2018/2/layout/IconCircleList"/>
    <dgm:cxn modelId="{AD675ACE-FF5D-4CC0-8586-7BD01A1A3A58}" type="presParOf" srcId="{DB2BD98D-6466-431C-A3C8-780468BD6265}" destId="{5BACDEA1-DC2F-41CD-B5DD-38451CE4EC22}" srcOrd="2" destOrd="0" presId="urn:microsoft.com/office/officeart/2018/2/layout/IconCircleList"/>
    <dgm:cxn modelId="{8718E6D0-A049-43FE-9538-01227E4A7E0D}" type="presParOf" srcId="{5BACDEA1-DC2F-41CD-B5DD-38451CE4EC22}" destId="{09BFE8A2-A896-4A6F-9F95-7ADA87E341C5}" srcOrd="0" destOrd="0" presId="urn:microsoft.com/office/officeart/2018/2/layout/IconCircleList"/>
    <dgm:cxn modelId="{A11C3A13-6D75-4FAA-A765-0D54B407C3EF}" type="presParOf" srcId="{5BACDEA1-DC2F-41CD-B5DD-38451CE4EC22}" destId="{4269E9CE-4238-48C3-A546-DD58694BCA69}" srcOrd="1" destOrd="0" presId="urn:microsoft.com/office/officeart/2018/2/layout/IconCircleList"/>
    <dgm:cxn modelId="{5256628A-DB27-4733-B16F-CA60DAED0F49}" type="presParOf" srcId="{5BACDEA1-DC2F-41CD-B5DD-38451CE4EC22}" destId="{A221FCF6-BBE0-4F3D-9FAD-BECE0718A223}" srcOrd="2" destOrd="0" presId="urn:microsoft.com/office/officeart/2018/2/layout/IconCircleList"/>
    <dgm:cxn modelId="{DA33421C-FC3E-4C5C-B1A5-A372A5477DD0}" type="presParOf" srcId="{5BACDEA1-DC2F-41CD-B5DD-38451CE4EC22}" destId="{83F1B542-A1B9-4C3F-B022-999F6D93F9AC}" srcOrd="3" destOrd="0" presId="urn:microsoft.com/office/officeart/2018/2/layout/IconCircleList"/>
    <dgm:cxn modelId="{B1D362DD-B7FB-4AF1-868E-71DE7F6E5FB4}" type="presParOf" srcId="{DB2BD98D-6466-431C-A3C8-780468BD6265}" destId="{698EC931-F9E6-4321-B933-0A627B807FE6}" srcOrd="3" destOrd="0" presId="urn:microsoft.com/office/officeart/2018/2/layout/IconCircleList"/>
    <dgm:cxn modelId="{E414E623-E30C-4DDF-80E2-66608BB919B5}" type="presParOf" srcId="{DB2BD98D-6466-431C-A3C8-780468BD6265}" destId="{0669717D-7A5B-4FA0-8D06-4D86B2740395}" srcOrd="4" destOrd="0" presId="urn:microsoft.com/office/officeart/2018/2/layout/IconCircleList"/>
    <dgm:cxn modelId="{63AF29E6-4518-4D39-9BD8-EAA6CAD11117}" type="presParOf" srcId="{0669717D-7A5B-4FA0-8D06-4D86B2740395}" destId="{1B7B7279-9803-4AC8-B4AA-FE9C39E24234}" srcOrd="0" destOrd="0" presId="urn:microsoft.com/office/officeart/2018/2/layout/IconCircleList"/>
    <dgm:cxn modelId="{5B794785-0F8E-495A-B429-9F32F7F4CFC0}" type="presParOf" srcId="{0669717D-7A5B-4FA0-8D06-4D86B2740395}" destId="{40EC6E67-1CA8-42F6-8F1B-01BCE410472C}" srcOrd="1" destOrd="0" presId="urn:microsoft.com/office/officeart/2018/2/layout/IconCircleList"/>
    <dgm:cxn modelId="{2F16A91C-E158-440D-A141-106B52FE241D}" type="presParOf" srcId="{0669717D-7A5B-4FA0-8D06-4D86B2740395}" destId="{2CD943DB-B7BA-4F74-A87E-EBD9386E3B33}" srcOrd="2" destOrd="0" presId="urn:microsoft.com/office/officeart/2018/2/layout/IconCircleList"/>
    <dgm:cxn modelId="{6E0A1761-3F4D-4F3C-9907-CE30CF6F3A4B}" type="presParOf" srcId="{0669717D-7A5B-4FA0-8D06-4D86B2740395}" destId="{677F30FF-7F8E-4AA3-9B28-99C5D6F3476D}" srcOrd="3" destOrd="0" presId="urn:microsoft.com/office/officeart/2018/2/layout/IconCircleList"/>
    <dgm:cxn modelId="{609DFB0A-9705-4158-9F1E-CA770D1DEC40}" type="presParOf" srcId="{DB2BD98D-6466-431C-A3C8-780468BD6265}" destId="{FEE87FF0-8C07-4BC3-9116-4374BA2FB3E3}" srcOrd="5" destOrd="0" presId="urn:microsoft.com/office/officeart/2018/2/layout/IconCircleList"/>
    <dgm:cxn modelId="{0214DAD1-E7B5-4EEB-9C02-1B5E44CE4E47}" type="presParOf" srcId="{DB2BD98D-6466-431C-A3C8-780468BD6265}" destId="{2B83FB25-4E3F-40A0-9EC6-51A2C5E361AB}" srcOrd="6" destOrd="0" presId="urn:microsoft.com/office/officeart/2018/2/layout/IconCircleList"/>
    <dgm:cxn modelId="{57F9399B-B673-4C0F-9867-9F9CE15B22D9}" type="presParOf" srcId="{2B83FB25-4E3F-40A0-9EC6-51A2C5E361AB}" destId="{8F62F907-8DC8-4E33-B287-BC1CC43FA5B8}" srcOrd="0" destOrd="0" presId="urn:microsoft.com/office/officeart/2018/2/layout/IconCircleList"/>
    <dgm:cxn modelId="{B81A0924-E4F1-46E7-990F-9B5F8BF078EB}" type="presParOf" srcId="{2B83FB25-4E3F-40A0-9EC6-51A2C5E361AB}" destId="{5D84877F-63D1-4E81-8D3E-D60A6E2E99EA}" srcOrd="1" destOrd="0" presId="urn:microsoft.com/office/officeart/2018/2/layout/IconCircleList"/>
    <dgm:cxn modelId="{A360F73D-B9EB-44F7-86A3-D83B0F9BEF15}" type="presParOf" srcId="{2B83FB25-4E3F-40A0-9EC6-51A2C5E361AB}" destId="{561E4024-0FA4-4026-A9B6-4FC604B281DD}" srcOrd="2" destOrd="0" presId="urn:microsoft.com/office/officeart/2018/2/layout/IconCircleList"/>
    <dgm:cxn modelId="{0F1A6E19-DA75-437A-B170-EB78F195F51A}" type="presParOf" srcId="{2B83FB25-4E3F-40A0-9EC6-51A2C5E361AB}" destId="{505A9479-2430-4EB8-8ABC-169B4449409B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B778F12B-3238-4A06-A252-4006336BF093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0FA125E8-1584-487F-9EA3-275EBC1F7B8B}">
      <dgm:prSet/>
      <dgm:spPr/>
      <dgm:t>
        <a:bodyPr/>
        <a:lstStyle/>
        <a:p>
          <a:r>
            <a:rPr lang="en-US" dirty="0"/>
            <a:t>Focuses on classifying three major genetic disorder categories using existing genomic datasets.</a:t>
          </a:r>
        </a:p>
      </dgm:t>
    </dgm:pt>
    <dgm:pt modelId="{AB922766-68DE-4FCB-BB38-39B83A32DFED}" type="parTrans" cxnId="{74761E26-3D0B-4D33-A5F6-D8C353F1085E}">
      <dgm:prSet/>
      <dgm:spPr/>
      <dgm:t>
        <a:bodyPr/>
        <a:lstStyle/>
        <a:p>
          <a:endParaRPr lang="en-US"/>
        </a:p>
      </dgm:t>
    </dgm:pt>
    <dgm:pt modelId="{CD756F22-3AAD-404F-8CF1-4BA7A8A3699D}" type="sibTrans" cxnId="{74761E26-3D0B-4D33-A5F6-D8C353F1085E}">
      <dgm:prSet/>
      <dgm:spPr/>
      <dgm:t>
        <a:bodyPr/>
        <a:lstStyle/>
        <a:p>
          <a:endParaRPr lang="en-US"/>
        </a:p>
      </dgm:t>
    </dgm:pt>
    <dgm:pt modelId="{9FCAAC30-B27C-4087-BD90-BE86E1117C4E}">
      <dgm:prSet/>
      <dgm:spPr/>
      <dgm:t>
        <a:bodyPr/>
        <a:lstStyle/>
        <a:p>
          <a:r>
            <a:rPr lang="en-US" dirty="0"/>
            <a:t>Automates complete ML pipeline, from preprocessing to result generation.</a:t>
          </a:r>
        </a:p>
      </dgm:t>
    </dgm:pt>
    <dgm:pt modelId="{3FA43444-C218-4147-BDAD-A313AD981057}" type="parTrans" cxnId="{7D7D85E8-D92F-4C91-B493-D0E676B9384F}">
      <dgm:prSet/>
      <dgm:spPr/>
      <dgm:t>
        <a:bodyPr/>
        <a:lstStyle/>
        <a:p>
          <a:endParaRPr lang="en-US"/>
        </a:p>
      </dgm:t>
    </dgm:pt>
    <dgm:pt modelId="{BA1120BA-0EA0-4623-B656-111DCD67A6E2}" type="sibTrans" cxnId="{7D7D85E8-D92F-4C91-B493-D0E676B9384F}">
      <dgm:prSet/>
      <dgm:spPr/>
      <dgm:t>
        <a:bodyPr/>
        <a:lstStyle/>
        <a:p>
          <a:endParaRPr lang="en-US"/>
        </a:p>
      </dgm:t>
    </dgm:pt>
    <dgm:pt modelId="{8456AD5A-B003-4A18-89A6-E16B446F452C}">
      <dgm:prSet/>
      <dgm:spPr/>
      <dgm:t>
        <a:bodyPr/>
        <a:lstStyle/>
        <a:p>
          <a:r>
            <a:rPr lang="en-US" dirty="0"/>
            <a:t>Reduces diagnostic time from weeks to minutes.</a:t>
          </a:r>
        </a:p>
      </dgm:t>
    </dgm:pt>
    <dgm:pt modelId="{4B3CA99A-4B3F-4501-B9A8-101A1FA3FA87}" type="parTrans" cxnId="{E47B5560-9354-4F2D-A82F-89A6E25DFF68}">
      <dgm:prSet/>
      <dgm:spPr/>
      <dgm:t>
        <a:bodyPr/>
        <a:lstStyle/>
        <a:p>
          <a:endParaRPr lang="en-US"/>
        </a:p>
      </dgm:t>
    </dgm:pt>
    <dgm:pt modelId="{E79FC40C-9D0F-4124-A057-C7384BCA917F}" type="sibTrans" cxnId="{E47B5560-9354-4F2D-A82F-89A6E25DFF68}">
      <dgm:prSet/>
      <dgm:spPr/>
      <dgm:t>
        <a:bodyPr/>
        <a:lstStyle/>
        <a:p>
          <a:endParaRPr lang="en-US"/>
        </a:p>
      </dgm:t>
    </dgm:pt>
    <dgm:pt modelId="{9658436C-85A5-401C-B72F-736662802C30}">
      <dgm:prSet/>
      <dgm:spPr/>
      <dgm:t>
        <a:bodyPr/>
        <a:lstStyle/>
        <a:p>
          <a:r>
            <a:rPr lang="en-US" dirty="0"/>
            <a:t>Provides clear explanations using feature importance and confidence scores.</a:t>
          </a:r>
        </a:p>
      </dgm:t>
    </dgm:pt>
    <dgm:pt modelId="{4CF4864D-54FE-4A93-B48B-E3A9464155DB}" type="parTrans" cxnId="{6E4D60C0-1F36-454E-A78F-30D182D4D77D}">
      <dgm:prSet/>
      <dgm:spPr/>
      <dgm:t>
        <a:bodyPr/>
        <a:lstStyle/>
        <a:p>
          <a:endParaRPr lang="en-US"/>
        </a:p>
      </dgm:t>
    </dgm:pt>
    <dgm:pt modelId="{B96A8333-938F-41B3-8FFF-50043536D35B}" type="sibTrans" cxnId="{6E4D60C0-1F36-454E-A78F-30D182D4D77D}">
      <dgm:prSet/>
      <dgm:spPr/>
      <dgm:t>
        <a:bodyPr/>
        <a:lstStyle/>
        <a:p>
          <a:endParaRPr lang="en-US"/>
        </a:p>
      </dgm:t>
    </dgm:pt>
    <dgm:pt modelId="{881FAC00-59CF-43EF-8534-0341AC64C55E}" type="pres">
      <dgm:prSet presAssocID="{B778F12B-3238-4A06-A252-4006336BF093}" presName="linear" presStyleCnt="0">
        <dgm:presLayoutVars>
          <dgm:animLvl val="lvl"/>
          <dgm:resizeHandles val="exact"/>
        </dgm:presLayoutVars>
      </dgm:prSet>
      <dgm:spPr/>
    </dgm:pt>
    <dgm:pt modelId="{1E256AB5-BABB-4C7F-881A-7D934D807A0E}" type="pres">
      <dgm:prSet presAssocID="{0FA125E8-1584-487F-9EA3-275EBC1F7B8B}" presName="parentText" presStyleLbl="node1" presStyleIdx="0" presStyleCnt="4">
        <dgm:presLayoutVars>
          <dgm:chMax val="0"/>
          <dgm:bulletEnabled val="1"/>
        </dgm:presLayoutVars>
      </dgm:prSet>
      <dgm:spPr/>
    </dgm:pt>
    <dgm:pt modelId="{5376A428-167F-41D2-84BF-B5DC647B27E9}" type="pres">
      <dgm:prSet presAssocID="{CD756F22-3AAD-404F-8CF1-4BA7A8A3699D}" presName="spacer" presStyleCnt="0"/>
      <dgm:spPr/>
    </dgm:pt>
    <dgm:pt modelId="{F13B8079-D369-4927-8142-4B81065F53BB}" type="pres">
      <dgm:prSet presAssocID="{9FCAAC30-B27C-4087-BD90-BE86E1117C4E}" presName="parentText" presStyleLbl="node1" presStyleIdx="1" presStyleCnt="4">
        <dgm:presLayoutVars>
          <dgm:chMax val="0"/>
          <dgm:bulletEnabled val="1"/>
        </dgm:presLayoutVars>
      </dgm:prSet>
      <dgm:spPr/>
    </dgm:pt>
    <dgm:pt modelId="{9FCCBD07-AE39-4B1F-9282-CCAE571CF69C}" type="pres">
      <dgm:prSet presAssocID="{BA1120BA-0EA0-4623-B656-111DCD67A6E2}" presName="spacer" presStyleCnt="0"/>
      <dgm:spPr/>
    </dgm:pt>
    <dgm:pt modelId="{C2C74503-7E08-497F-B8B5-41B631F75B85}" type="pres">
      <dgm:prSet presAssocID="{8456AD5A-B003-4A18-89A6-E16B446F452C}" presName="parentText" presStyleLbl="node1" presStyleIdx="2" presStyleCnt="4">
        <dgm:presLayoutVars>
          <dgm:chMax val="0"/>
          <dgm:bulletEnabled val="1"/>
        </dgm:presLayoutVars>
      </dgm:prSet>
      <dgm:spPr/>
    </dgm:pt>
    <dgm:pt modelId="{DB1934C6-636E-48A5-9D37-3781ADDAD389}" type="pres">
      <dgm:prSet presAssocID="{E79FC40C-9D0F-4124-A057-C7384BCA917F}" presName="spacer" presStyleCnt="0"/>
      <dgm:spPr/>
    </dgm:pt>
    <dgm:pt modelId="{C0C3ED4F-6EF9-4E72-83DB-6DDF1F09669D}" type="pres">
      <dgm:prSet presAssocID="{9658436C-85A5-401C-B72F-736662802C30}" presName="parentText" presStyleLbl="node1" presStyleIdx="3" presStyleCnt="4">
        <dgm:presLayoutVars>
          <dgm:chMax val="0"/>
          <dgm:bulletEnabled val="1"/>
        </dgm:presLayoutVars>
      </dgm:prSet>
      <dgm:spPr/>
    </dgm:pt>
  </dgm:ptLst>
  <dgm:cxnLst>
    <dgm:cxn modelId="{74761E26-3D0B-4D33-A5F6-D8C353F1085E}" srcId="{B778F12B-3238-4A06-A252-4006336BF093}" destId="{0FA125E8-1584-487F-9EA3-275EBC1F7B8B}" srcOrd="0" destOrd="0" parTransId="{AB922766-68DE-4FCB-BB38-39B83A32DFED}" sibTransId="{CD756F22-3AAD-404F-8CF1-4BA7A8A3699D}"/>
    <dgm:cxn modelId="{E47B5560-9354-4F2D-A82F-89A6E25DFF68}" srcId="{B778F12B-3238-4A06-A252-4006336BF093}" destId="{8456AD5A-B003-4A18-89A6-E16B446F452C}" srcOrd="2" destOrd="0" parTransId="{4B3CA99A-4B3F-4501-B9A8-101A1FA3FA87}" sibTransId="{E79FC40C-9D0F-4124-A057-C7384BCA917F}"/>
    <dgm:cxn modelId="{4E82CB68-B9AF-4801-8127-D3639856778C}" type="presOf" srcId="{9658436C-85A5-401C-B72F-736662802C30}" destId="{C0C3ED4F-6EF9-4E72-83DB-6DDF1F09669D}" srcOrd="0" destOrd="0" presId="urn:microsoft.com/office/officeart/2005/8/layout/vList2"/>
    <dgm:cxn modelId="{EFCEF24A-7678-4D34-9A0D-18A0941C0E64}" type="presOf" srcId="{0FA125E8-1584-487F-9EA3-275EBC1F7B8B}" destId="{1E256AB5-BABB-4C7F-881A-7D934D807A0E}" srcOrd="0" destOrd="0" presId="urn:microsoft.com/office/officeart/2005/8/layout/vList2"/>
    <dgm:cxn modelId="{9177FE54-463C-4FB8-85F1-53A3C2E0121C}" type="presOf" srcId="{8456AD5A-B003-4A18-89A6-E16B446F452C}" destId="{C2C74503-7E08-497F-B8B5-41B631F75B85}" srcOrd="0" destOrd="0" presId="urn:microsoft.com/office/officeart/2005/8/layout/vList2"/>
    <dgm:cxn modelId="{75A68E57-F60F-433E-A3C0-9E007E038F99}" type="presOf" srcId="{B778F12B-3238-4A06-A252-4006336BF093}" destId="{881FAC00-59CF-43EF-8534-0341AC64C55E}" srcOrd="0" destOrd="0" presId="urn:microsoft.com/office/officeart/2005/8/layout/vList2"/>
    <dgm:cxn modelId="{C880477B-0891-4C85-AFC7-2BAC52077B5E}" type="presOf" srcId="{9FCAAC30-B27C-4087-BD90-BE86E1117C4E}" destId="{F13B8079-D369-4927-8142-4B81065F53BB}" srcOrd="0" destOrd="0" presId="urn:microsoft.com/office/officeart/2005/8/layout/vList2"/>
    <dgm:cxn modelId="{6E4D60C0-1F36-454E-A78F-30D182D4D77D}" srcId="{B778F12B-3238-4A06-A252-4006336BF093}" destId="{9658436C-85A5-401C-B72F-736662802C30}" srcOrd="3" destOrd="0" parTransId="{4CF4864D-54FE-4A93-B48B-E3A9464155DB}" sibTransId="{B96A8333-938F-41B3-8FFF-50043536D35B}"/>
    <dgm:cxn modelId="{7D7D85E8-D92F-4C91-B493-D0E676B9384F}" srcId="{B778F12B-3238-4A06-A252-4006336BF093}" destId="{9FCAAC30-B27C-4087-BD90-BE86E1117C4E}" srcOrd="1" destOrd="0" parTransId="{3FA43444-C218-4147-BDAD-A313AD981057}" sibTransId="{BA1120BA-0EA0-4623-B656-111DCD67A6E2}"/>
    <dgm:cxn modelId="{BC2525DC-9317-4C68-A00E-D84C44C4F504}" type="presParOf" srcId="{881FAC00-59CF-43EF-8534-0341AC64C55E}" destId="{1E256AB5-BABB-4C7F-881A-7D934D807A0E}" srcOrd="0" destOrd="0" presId="urn:microsoft.com/office/officeart/2005/8/layout/vList2"/>
    <dgm:cxn modelId="{77AF16AE-2BEC-4DAC-931B-D5495F74BD14}" type="presParOf" srcId="{881FAC00-59CF-43EF-8534-0341AC64C55E}" destId="{5376A428-167F-41D2-84BF-B5DC647B27E9}" srcOrd="1" destOrd="0" presId="urn:microsoft.com/office/officeart/2005/8/layout/vList2"/>
    <dgm:cxn modelId="{15B15875-CED3-43D2-8BD7-00E16F115390}" type="presParOf" srcId="{881FAC00-59CF-43EF-8534-0341AC64C55E}" destId="{F13B8079-D369-4927-8142-4B81065F53BB}" srcOrd="2" destOrd="0" presId="urn:microsoft.com/office/officeart/2005/8/layout/vList2"/>
    <dgm:cxn modelId="{3A207303-2953-4899-A8E3-3F74BCE0CFCC}" type="presParOf" srcId="{881FAC00-59CF-43EF-8534-0341AC64C55E}" destId="{9FCCBD07-AE39-4B1F-9282-CCAE571CF69C}" srcOrd="3" destOrd="0" presId="urn:microsoft.com/office/officeart/2005/8/layout/vList2"/>
    <dgm:cxn modelId="{7663174C-F080-4FE0-B582-1B120372B44D}" type="presParOf" srcId="{881FAC00-59CF-43EF-8534-0341AC64C55E}" destId="{C2C74503-7E08-497F-B8B5-41B631F75B85}" srcOrd="4" destOrd="0" presId="urn:microsoft.com/office/officeart/2005/8/layout/vList2"/>
    <dgm:cxn modelId="{88DED054-8521-44EF-A6F3-C32E0A94FD2B}" type="presParOf" srcId="{881FAC00-59CF-43EF-8534-0341AC64C55E}" destId="{DB1934C6-636E-48A5-9D37-3781ADDAD389}" srcOrd="5" destOrd="0" presId="urn:microsoft.com/office/officeart/2005/8/layout/vList2"/>
    <dgm:cxn modelId="{14D60B38-2017-4727-9056-AAAD1CA8C105}" type="presParOf" srcId="{881FAC00-59CF-43EF-8534-0341AC64C55E}" destId="{C0C3ED4F-6EF9-4E72-83DB-6DDF1F09669D}" srcOrd="6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D54D7187-F3B0-4982-B556-125E3DB04802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C26B85FD-9CF9-4160-BE29-FEE6388FC255}">
      <dgm:prSet/>
      <dgm:spPr/>
      <dgm:t>
        <a:bodyPr/>
        <a:lstStyle/>
        <a:p>
          <a:r>
            <a:rPr lang="en-US"/>
            <a:t>• Traditional tools mainly provide binary classification and lack multi‑class prediction.</a:t>
          </a:r>
        </a:p>
      </dgm:t>
    </dgm:pt>
    <dgm:pt modelId="{E2113684-A652-49A5-B432-D36DF73DA263}" type="parTrans" cxnId="{EE3E6206-C7B0-4220-AA53-298C3B035E41}">
      <dgm:prSet/>
      <dgm:spPr/>
      <dgm:t>
        <a:bodyPr/>
        <a:lstStyle/>
        <a:p>
          <a:endParaRPr lang="en-US"/>
        </a:p>
      </dgm:t>
    </dgm:pt>
    <dgm:pt modelId="{B5B77310-0CC4-41A7-85C9-93B97ADF3183}" type="sibTrans" cxnId="{EE3E6206-C7B0-4220-AA53-298C3B035E41}">
      <dgm:prSet/>
      <dgm:spPr/>
      <dgm:t>
        <a:bodyPr/>
        <a:lstStyle/>
        <a:p>
          <a:endParaRPr lang="en-US"/>
        </a:p>
      </dgm:t>
    </dgm:pt>
    <dgm:pt modelId="{F52DDE42-952C-420A-8D54-353EC0A7288D}">
      <dgm:prSet/>
      <dgm:spPr/>
      <dgm:t>
        <a:bodyPr/>
        <a:lstStyle/>
        <a:p>
          <a:r>
            <a:rPr lang="en-US"/>
            <a:t>• Single ML models struggle with complex genetic patterns.</a:t>
          </a:r>
        </a:p>
      </dgm:t>
    </dgm:pt>
    <dgm:pt modelId="{9D2F43C7-7C86-4B85-907F-8C6F34A94A92}" type="parTrans" cxnId="{2380C676-E5F3-40D5-A0DC-85CE9C3C1801}">
      <dgm:prSet/>
      <dgm:spPr/>
      <dgm:t>
        <a:bodyPr/>
        <a:lstStyle/>
        <a:p>
          <a:endParaRPr lang="en-US"/>
        </a:p>
      </dgm:t>
    </dgm:pt>
    <dgm:pt modelId="{12D53987-0709-456B-BCCF-E7D475EF6BEF}" type="sibTrans" cxnId="{2380C676-E5F3-40D5-A0DC-85CE9C3C1801}">
      <dgm:prSet/>
      <dgm:spPr/>
      <dgm:t>
        <a:bodyPr/>
        <a:lstStyle/>
        <a:p>
          <a:endParaRPr lang="en-US"/>
        </a:p>
      </dgm:t>
    </dgm:pt>
    <dgm:pt modelId="{21446570-E85E-4BCF-807B-47B24862811F}">
      <dgm:prSet/>
      <dgm:spPr/>
      <dgm:t>
        <a:bodyPr/>
        <a:lstStyle/>
        <a:p>
          <a:r>
            <a:rPr lang="en-US"/>
            <a:t>• No existing system uses a sequential ensemble for rare disorder classification.</a:t>
          </a:r>
        </a:p>
      </dgm:t>
    </dgm:pt>
    <dgm:pt modelId="{C5B1652F-2D62-4CF0-A345-5EFA6C9180E0}" type="parTrans" cxnId="{04F86736-28AA-488D-A081-97C9318EDD43}">
      <dgm:prSet/>
      <dgm:spPr/>
      <dgm:t>
        <a:bodyPr/>
        <a:lstStyle/>
        <a:p>
          <a:endParaRPr lang="en-US"/>
        </a:p>
      </dgm:t>
    </dgm:pt>
    <dgm:pt modelId="{4DF4227C-020E-439F-A564-15FA80664A07}" type="sibTrans" cxnId="{04F86736-28AA-488D-A081-97C9318EDD43}">
      <dgm:prSet/>
      <dgm:spPr/>
      <dgm:t>
        <a:bodyPr/>
        <a:lstStyle/>
        <a:p>
          <a:endParaRPr lang="en-US"/>
        </a:p>
      </dgm:t>
    </dgm:pt>
    <dgm:pt modelId="{365C86C6-F7E9-4AD3-93D4-BC8348A0EB72}">
      <dgm:prSet/>
      <dgm:spPr/>
      <dgm:t>
        <a:bodyPr/>
        <a:lstStyle/>
        <a:p>
          <a:r>
            <a:rPr lang="en-US"/>
            <a:t>• Our work addresses all these gaps with an innovative Chain Classifier.</a:t>
          </a:r>
        </a:p>
      </dgm:t>
    </dgm:pt>
    <dgm:pt modelId="{A8D270A5-5FC4-48E0-B888-D32A2F134360}" type="parTrans" cxnId="{DA9FC52F-BF76-4AB2-B201-C5C0F0229EFB}">
      <dgm:prSet/>
      <dgm:spPr/>
      <dgm:t>
        <a:bodyPr/>
        <a:lstStyle/>
        <a:p>
          <a:endParaRPr lang="en-US"/>
        </a:p>
      </dgm:t>
    </dgm:pt>
    <dgm:pt modelId="{96F2DB4C-2588-4BC5-A9E7-78C87AC9BE07}" type="sibTrans" cxnId="{DA9FC52F-BF76-4AB2-B201-C5C0F0229EFB}">
      <dgm:prSet/>
      <dgm:spPr/>
      <dgm:t>
        <a:bodyPr/>
        <a:lstStyle/>
        <a:p>
          <a:endParaRPr lang="en-US"/>
        </a:p>
      </dgm:t>
    </dgm:pt>
    <dgm:pt modelId="{C8C2CE1D-D359-4E7E-96AE-456FD7067EF1}" type="pres">
      <dgm:prSet presAssocID="{D54D7187-F3B0-4982-B556-125E3DB04802}" presName="root" presStyleCnt="0">
        <dgm:presLayoutVars>
          <dgm:dir/>
          <dgm:resizeHandles val="exact"/>
        </dgm:presLayoutVars>
      </dgm:prSet>
      <dgm:spPr/>
    </dgm:pt>
    <dgm:pt modelId="{40462EFB-A8A5-442F-8E9B-060B03C7E404}" type="pres">
      <dgm:prSet presAssocID="{C26B85FD-9CF9-4160-BE29-FEE6388FC255}" presName="compNode" presStyleCnt="0"/>
      <dgm:spPr/>
    </dgm:pt>
    <dgm:pt modelId="{08DF7DA2-24E9-4DE1-87E6-E9ADA18D33D7}" type="pres">
      <dgm:prSet presAssocID="{C26B85FD-9CF9-4160-BE29-FEE6388FC255}" presName="bgRect" presStyleLbl="bgShp" presStyleIdx="0" presStyleCnt="4"/>
      <dgm:spPr/>
    </dgm:pt>
    <dgm:pt modelId="{E1D5C605-FB53-4C71-A885-16A0A5288365}" type="pres">
      <dgm:prSet presAssocID="{C26B85FD-9CF9-4160-BE29-FEE6388FC255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946E6664-A6C0-4771-AFA1-6C2B283E1067}" type="pres">
      <dgm:prSet presAssocID="{C26B85FD-9CF9-4160-BE29-FEE6388FC255}" presName="spaceRect" presStyleCnt="0"/>
      <dgm:spPr/>
    </dgm:pt>
    <dgm:pt modelId="{30518B69-A482-473D-9CE0-69536056ED6C}" type="pres">
      <dgm:prSet presAssocID="{C26B85FD-9CF9-4160-BE29-FEE6388FC255}" presName="parTx" presStyleLbl="revTx" presStyleIdx="0" presStyleCnt="4">
        <dgm:presLayoutVars>
          <dgm:chMax val="0"/>
          <dgm:chPref val="0"/>
        </dgm:presLayoutVars>
      </dgm:prSet>
      <dgm:spPr/>
    </dgm:pt>
    <dgm:pt modelId="{67DC7911-BA24-4C95-844D-E4E508C312F1}" type="pres">
      <dgm:prSet presAssocID="{B5B77310-0CC4-41A7-85C9-93B97ADF3183}" presName="sibTrans" presStyleCnt="0"/>
      <dgm:spPr/>
    </dgm:pt>
    <dgm:pt modelId="{683BDAE1-BFED-464D-8F21-0C402984BD3A}" type="pres">
      <dgm:prSet presAssocID="{F52DDE42-952C-420A-8D54-353EC0A7288D}" presName="compNode" presStyleCnt="0"/>
      <dgm:spPr/>
    </dgm:pt>
    <dgm:pt modelId="{0CFF7603-5033-4C00-B9F7-569193EF9969}" type="pres">
      <dgm:prSet presAssocID="{F52DDE42-952C-420A-8D54-353EC0A7288D}" presName="bgRect" presStyleLbl="bgShp" presStyleIdx="1" presStyleCnt="4"/>
      <dgm:spPr/>
    </dgm:pt>
    <dgm:pt modelId="{19C4AD78-2371-48A4-8DF2-F03CFA2F1A04}" type="pres">
      <dgm:prSet presAssocID="{F52DDE42-952C-420A-8D54-353EC0A728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ze"/>
        </a:ext>
      </dgm:extLst>
    </dgm:pt>
    <dgm:pt modelId="{CBB3EEC4-1A12-4ED0-BBF9-C2437B7F2EA5}" type="pres">
      <dgm:prSet presAssocID="{F52DDE42-952C-420A-8D54-353EC0A7288D}" presName="spaceRect" presStyleCnt="0"/>
      <dgm:spPr/>
    </dgm:pt>
    <dgm:pt modelId="{773ED324-6825-4807-BB52-D3B1F058FCE9}" type="pres">
      <dgm:prSet presAssocID="{F52DDE42-952C-420A-8D54-353EC0A7288D}" presName="parTx" presStyleLbl="revTx" presStyleIdx="1" presStyleCnt="4">
        <dgm:presLayoutVars>
          <dgm:chMax val="0"/>
          <dgm:chPref val="0"/>
        </dgm:presLayoutVars>
      </dgm:prSet>
      <dgm:spPr/>
    </dgm:pt>
    <dgm:pt modelId="{9616823B-261A-4DCD-837C-8DC56B8B1547}" type="pres">
      <dgm:prSet presAssocID="{12D53987-0709-456B-BCCF-E7D475EF6BEF}" presName="sibTrans" presStyleCnt="0"/>
      <dgm:spPr/>
    </dgm:pt>
    <dgm:pt modelId="{DC95938C-0350-44EA-83A7-D821BA3A4538}" type="pres">
      <dgm:prSet presAssocID="{21446570-E85E-4BCF-807B-47B24862811F}" presName="compNode" presStyleCnt="0"/>
      <dgm:spPr/>
    </dgm:pt>
    <dgm:pt modelId="{CEFB7A07-4D6A-4D30-B31B-C21550E245BF}" type="pres">
      <dgm:prSet presAssocID="{21446570-E85E-4BCF-807B-47B24862811F}" presName="bgRect" presStyleLbl="bgShp" presStyleIdx="2" presStyleCnt="4"/>
      <dgm:spPr/>
    </dgm:pt>
    <dgm:pt modelId="{5A92BC78-96B1-4069-AC8F-AE5407C957C6}" type="pres">
      <dgm:prSet presAssocID="{21446570-E85E-4BCF-807B-47B24862811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Questions"/>
        </a:ext>
      </dgm:extLst>
    </dgm:pt>
    <dgm:pt modelId="{319643DA-BEDD-41E1-AE13-B2E87A2EE1BD}" type="pres">
      <dgm:prSet presAssocID="{21446570-E85E-4BCF-807B-47B24862811F}" presName="spaceRect" presStyleCnt="0"/>
      <dgm:spPr/>
    </dgm:pt>
    <dgm:pt modelId="{1A21B61E-DC85-4295-99CD-29C5877C0AAA}" type="pres">
      <dgm:prSet presAssocID="{21446570-E85E-4BCF-807B-47B24862811F}" presName="parTx" presStyleLbl="revTx" presStyleIdx="2" presStyleCnt="4">
        <dgm:presLayoutVars>
          <dgm:chMax val="0"/>
          <dgm:chPref val="0"/>
        </dgm:presLayoutVars>
      </dgm:prSet>
      <dgm:spPr/>
    </dgm:pt>
    <dgm:pt modelId="{021D3FE4-22A8-4B20-B903-7D7ADEDDCA7E}" type="pres">
      <dgm:prSet presAssocID="{4DF4227C-020E-439F-A564-15FA80664A07}" presName="sibTrans" presStyleCnt="0"/>
      <dgm:spPr/>
    </dgm:pt>
    <dgm:pt modelId="{7EC66D12-388E-47DE-8242-533104FB4121}" type="pres">
      <dgm:prSet presAssocID="{365C86C6-F7E9-4AD3-93D4-BC8348A0EB72}" presName="compNode" presStyleCnt="0"/>
      <dgm:spPr/>
    </dgm:pt>
    <dgm:pt modelId="{9D9223DB-99C8-431F-924A-3422B106FBBF}" type="pres">
      <dgm:prSet presAssocID="{365C86C6-F7E9-4AD3-93D4-BC8348A0EB72}" presName="bgRect" presStyleLbl="bgShp" presStyleIdx="3" presStyleCnt="4"/>
      <dgm:spPr/>
    </dgm:pt>
    <dgm:pt modelId="{42A412DF-29DE-49D0-92CE-028D9CEEBAEE}" type="pres">
      <dgm:prSet presAssocID="{365C86C6-F7E9-4AD3-93D4-BC8348A0EB72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bulb"/>
        </a:ext>
      </dgm:extLst>
    </dgm:pt>
    <dgm:pt modelId="{94396EC4-7724-45CF-B64F-4FD847BC64A1}" type="pres">
      <dgm:prSet presAssocID="{365C86C6-F7E9-4AD3-93D4-BC8348A0EB72}" presName="spaceRect" presStyleCnt="0"/>
      <dgm:spPr/>
    </dgm:pt>
    <dgm:pt modelId="{D8D08CC5-5517-4B42-A391-CA8A89F5C3B4}" type="pres">
      <dgm:prSet presAssocID="{365C86C6-F7E9-4AD3-93D4-BC8348A0EB72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EE3E6206-C7B0-4220-AA53-298C3B035E41}" srcId="{D54D7187-F3B0-4982-B556-125E3DB04802}" destId="{C26B85FD-9CF9-4160-BE29-FEE6388FC255}" srcOrd="0" destOrd="0" parTransId="{E2113684-A652-49A5-B432-D36DF73DA263}" sibTransId="{B5B77310-0CC4-41A7-85C9-93B97ADF3183}"/>
    <dgm:cxn modelId="{DA9FC52F-BF76-4AB2-B201-C5C0F0229EFB}" srcId="{D54D7187-F3B0-4982-B556-125E3DB04802}" destId="{365C86C6-F7E9-4AD3-93D4-BC8348A0EB72}" srcOrd="3" destOrd="0" parTransId="{A8D270A5-5FC4-48E0-B888-D32A2F134360}" sibTransId="{96F2DB4C-2588-4BC5-A9E7-78C87AC9BE07}"/>
    <dgm:cxn modelId="{04F86736-28AA-488D-A081-97C9318EDD43}" srcId="{D54D7187-F3B0-4982-B556-125E3DB04802}" destId="{21446570-E85E-4BCF-807B-47B24862811F}" srcOrd="2" destOrd="0" parTransId="{C5B1652F-2D62-4CF0-A345-5EFA6C9180E0}" sibTransId="{4DF4227C-020E-439F-A564-15FA80664A07}"/>
    <dgm:cxn modelId="{A8148F5C-E3F5-4B37-93F8-C0BC49E2EBD9}" type="presOf" srcId="{21446570-E85E-4BCF-807B-47B24862811F}" destId="{1A21B61E-DC85-4295-99CD-29C5877C0AAA}" srcOrd="0" destOrd="0" presId="urn:microsoft.com/office/officeart/2018/2/layout/IconVerticalSolidList"/>
    <dgm:cxn modelId="{5A986271-24FC-4449-AD79-DECFA85597C6}" type="presOf" srcId="{F52DDE42-952C-420A-8D54-353EC0A7288D}" destId="{773ED324-6825-4807-BB52-D3B1F058FCE9}" srcOrd="0" destOrd="0" presId="urn:microsoft.com/office/officeart/2018/2/layout/IconVerticalSolidList"/>
    <dgm:cxn modelId="{2380C676-E5F3-40D5-A0DC-85CE9C3C1801}" srcId="{D54D7187-F3B0-4982-B556-125E3DB04802}" destId="{F52DDE42-952C-420A-8D54-353EC0A7288D}" srcOrd="1" destOrd="0" parTransId="{9D2F43C7-7C86-4B85-907F-8C6F34A94A92}" sibTransId="{12D53987-0709-456B-BCCF-E7D475EF6BEF}"/>
    <dgm:cxn modelId="{2D55A759-D05F-4778-9621-6965C17174C4}" type="presOf" srcId="{D54D7187-F3B0-4982-B556-125E3DB04802}" destId="{C8C2CE1D-D359-4E7E-96AE-456FD7067EF1}" srcOrd="0" destOrd="0" presId="urn:microsoft.com/office/officeart/2018/2/layout/IconVerticalSolidList"/>
    <dgm:cxn modelId="{94068EE6-E13E-40E2-8DD9-86188A9CA283}" type="presOf" srcId="{C26B85FD-9CF9-4160-BE29-FEE6388FC255}" destId="{30518B69-A482-473D-9CE0-69536056ED6C}" srcOrd="0" destOrd="0" presId="urn:microsoft.com/office/officeart/2018/2/layout/IconVerticalSolidList"/>
    <dgm:cxn modelId="{710B33EE-AA79-4FF1-9EF4-BF284FBB5EEC}" type="presOf" srcId="{365C86C6-F7E9-4AD3-93D4-BC8348A0EB72}" destId="{D8D08CC5-5517-4B42-A391-CA8A89F5C3B4}" srcOrd="0" destOrd="0" presId="urn:microsoft.com/office/officeart/2018/2/layout/IconVerticalSolidList"/>
    <dgm:cxn modelId="{74CDA490-C823-405A-80E1-E18EABF2E6C5}" type="presParOf" srcId="{C8C2CE1D-D359-4E7E-96AE-456FD7067EF1}" destId="{40462EFB-A8A5-442F-8E9B-060B03C7E404}" srcOrd="0" destOrd="0" presId="urn:microsoft.com/office/officeart/2018/2/layout/IconVerticalSolidList"/>
    <dgm:cxn modelId="{E1E54AFF-5311-4EBF-9E05-47F019057219}" type="presParOf" srcId="{40462EFB-A8A5-442F-8E9B-060B03C7E404}" destId="{08DF7DA2-24E9-4DE1-87E6-E9ADA18D33D7}" srcOrd="0" destOrd="0" presId="urn:microsoft.com/office/officeart/2018/2/layout/IconVerticalSolidList"/>
    <dgm:cxn modelId="{45331EAF-3EB1-4899-B65A-3BA16C92F159}" type="presParOf" srcId="{40462EFB-A8A5-442F-8E9B-060B03C7E404}" destId="{E1D5C605-FB53-4C71-A885-16A0A5288365}" srcOrd="1" destOrd="0" presId="urn:microsoft.com/office/officeart/2018/2/layout/IconVerticalSolidList"/>
    <dgm:cxn modelId="{596743B4-57EC-4003-944C-6913E760900F}" type="presParOf" srcId="{40462EFB-A8A5-442F-8E9B-060B03C7E404}" destId="{946E6664-A6C0-4771-AFA1-6C2B283E1067}" srcOrd="2" destOrd="0" presId="urn:microsoft.com/office/officeart/2018/2/layout/IconVerticalSolidList"/>
    <dgm:cxn modelId="{2AD43009-CDE8-4938-BC2D-DE899F531A62}" type="presParOf" srcId="{40462EFB-A8A5-442F-8E9B-060B03C7E404}" destId="{30518B69-A482-473D-9CE0-69536056ED6C}" srcOrd="3" destOrd="0" presId="urn:microsoft.com/office/officeart/2018/2/layout/IconVerticalSolidList"/>
    <dgm:cxn modelId="{982244EF-ADD5-48D7-885C-91EC2CEB15DB}" type="presParOf" srcId="{C8C2CE1D-D359-4E7E-96AE-456FD7067EF1}" destId="{67DC7911-BA24-4C95-844D-E4E508C312F1}" srcOrd="1" destOrd="0" presId="urn:microsoft.com/office/officeart/2018/2/layout/IconVerticalSolidList"/>
    <dgm:cxn modelId="{73E0DB53-AA45-4569-BEA4-C93F20953076}" type="presParOf" srcId="{C8C2CE1D-D359-4E7E-96AE-456FD7067EF1}" destId="{683BDAE1-BFED-464D-8F21-0C402984BD3A}" srcOrd="2" destOrd="0" presId="urn:microsoft.com/office/officeart/2018/2/layout/IconVerticalSolidList"/>
    <dgm:cxn modelId="{BBC364CA-FFA2-4F69-A6A8-B42512D1C69C}" type="presParOf" srcId="{683BDAE1-BFED-464D-8F21-0C402984BD3A}" destId="{0CFF7603-5033-4C00-B9F7-569193EF9969}" srcOrd="0" destOrd="0" presId="urn:microsoft.com/office/officeart/2018/2/layout/IconVerticalSolidList"/>
    <dgm:cxn modelId="{C1A6C6B9-8C1B-4BB9-B600-781A07DB019F}" type="presParOf" srcId="{683BDAE1-BFED-464D-8F21-0C402984BD3A}" destId="{19C4AD78-2371-48A4-8DF2-F03CFA2F1A04}" srcOrd="1" destOrd="0" presId="urn:microsoft.com/office/officeart/2018/2/layout/IconVerticalSolidList"/>
    <dgm:cxn modelId="{4498BF41-5EB4-4AC7-ACA9-C74AEF9CFAC3}" type="presParOf" srcId="{683BDAE1-BFED-464D-8F21-0C402984BD3A}" destId="{CBB3EEC4-1A12-4ED0-BBF9-C2437B7F2EA5}" srcOrd="2" destOrd="0" presId="urn:microsoft.com/office/officeart/2018/2/layout/IconVerticalSolidList"/>
    <dgm:cxn modelId="{E80B9523-D9B2-4C2B-A479-306AAFCA042A}" type="presParOf" srcId="{683BDAE1-BFED-464D-8F21-0C402984BD3A}" destId="{773ED324-6825-4807-BB52-D3B1F058FCE9}" srcOrd="3" destOrd="0" presId="urn:microsoft.com/office/officeart/2018/2/layout/IconVerticalSolidList"/>
    <dgm:cxn modelId="{9446B9DF-1B37-452C-BC39-F0BE52064E6E}" type="presParOf" srcId="{C8C2CE1D-D359-4E7E-96AE-456FD7067EF1}" destId="{9616823B-261A-4DCD-837C-8DC56B8B1547}" srcOrd="3" destOrd="0" presId="urn:microsoft.com/office/officeart/2018/2/layout/IconVerticalSolidList"/>
    <dgm:cxn modelId="{60ECA010-8DAA-477E-AF84-2D7C81602359}" type="presParOf" srcId="{C8C2CE1D-D359-4E7E-96AE-456FD7067EF1}" destId="{DC95938C-0350-44EA-83A7-D821BA3A4538}" srcOrd="4" destOrd="0" presId="urn:microsoft.com/office/officeart/2018/2/layout/IconVerticalSolidList"/>
    <dgm:cxn modelId="{AFDADCE1-2A28-44EE-A14C-E97E1D72FF3E}" type="presParOf" srcId="{DC95938C-0350-44EA-83A7-D821BA3A4538}" destId="{CEFB7A07-4D6A-4D30-B31B-C21550E245BF}" srcOrd="0" destOrd="0" presId="urn:microsoft.com/office/officeart/2018/2/layout/IconVerticalSolidList"/>
    <dgm:cxn modelId="{E1750A2E-AD0B-4AF0-9F2D-84CE67589A22}" type="presParOf" srcId="{DC95938C-0350-44EA-83A7-D821BA3A4538}" destId="{5A92BC78-96B1-4069-AC8F-AE5407C957C6}" srcOrd="1" destOrd="0" presId="urn:microsoft.com/office/officeart/2018/2/layout/IconVerticalSolidList"/>
    <dgm:cxn modelId="{7377D58F-B491-4498-AC4E-3E15EAF23665}" type="presParOf" srcId="{DC95938C-0350-44EA-83A7-D821BA3A4538}" destId="{319643DA-BEDD-41E1-AE13-B2E87A2EE1BD}" srcOrd="2" destOrd="0" presId="urn:microsoft.com/office/officeart/2018/2/layout/IconVerticalSolidList"/>
    <dgm:cxn modelId="{DBF3D6F0-CA1B-4B73-A28B-DDDF2283720F}" type="presParOf" srcId="{DC95938C-0350-44EA-83A7-D821BA3A4538}" destId="{1A21B61E-DC85-4295-99CD-29C5877C0AAA}" srcOrd="3" destOrd="0" presId="urn:microsoft.com/office/officeart/2018/2/layout/IconVerticalSolidList"/>
    <dgm:cxn modelId="{AAD76011-5B6B-458C-8AEA-55195BA1E593}" type="presParOf" srcId="{C8C2CE1D-D359-4E7E-96AE-456FD7067EF1}" destId="{021D3FE4-22A8-4B20-B903-7D7ADEDDCA7E}" srcOrd="5" destOrd="0" presId="urn:microsoft.com/office/officeart/2018/2/layout/IconVerticalSolidList"/>
    <dgm:cxn modelId="{7BA7F0F0-E5D2-4BF2-B16D-4FDE3BA9F0DE}" type="presParOf" srcId="{C8C2CE1D-D359-4E7E-96AE-456FD7067EF1}" destId="{7EC66D12-388E-47DE-8242-533104FB4121}" srcOrd="6" destOrd="0" presId="urn:microsoft.com/office/officeart/2018/2/layout/IconVerticalSolidList"/>
    <dgm:cxn modelId="{74AA087B-BFC6-49DD-82DD-9A5FA881A6DE}" type="presParOf" srcId="{7EC66D12-388E-47DE-8242-533104FB4121}" destId="{9D9223DB-99C8-431F-924A-3422B106FBBF}" srcOrd="0" destOrd="0" presId="urn:microsoft.com/office/officeart/2018/2/layout/IconVerticalSolidList"/>
    <dgm:cxn modelId="{A4C81C9A-D330-419C-908B-4396207D0A48}" type="presParOf" srcId="{7EC66D12-388E-47DE-8242-533104FB4121}" destId="{42A412DF-29DE-49D0-92CE-028D9CEEBAEE}" srcOrd="1" destOrd="0" presId="urn:microsoft.com/office/officeart/2018/2/layout/IconVerticalSolidList"/>
    <dgm:cxn modelId="{D129B01D-53DF-4239-A32E-17A6E7B8D201}" type="presParOf" srcId="{7EC66D12-388E-47DE-8242-533104FB4121}" destId="{94396EC4-7724-45CF-B64F-4FD847BC64A1}" srcOrd="2" destOrd="0" presId="urn:microsoft.com/office/officeart/2018/2/layout/IconVerticalSolidList"/>
    <dgm:cxn modelId="{B12D7797-6269-4CC3-8D6C-C3E549A3D535}" type="presParOf" srcId="{7EC66D12-388E-47DE-8242-533104FB4121}" destId="{D8D08CC5-5517-4B42-A391-CA8A89F5C3B4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B2B1803C-C6BF-49EE-835E-8A644E6E370B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CFE66F44-9096-4235-B67B-BF0E8D5202DA}">
      <dgm:prSet/>
      <dgm:spPr/>
      <dgm:t>
        <a:bodyPr/>
        <a:lstStyle/>
        <a:p>
          <a:pPr>
            <a:defRPr cap="all"/>
          </a:pPr>
          <a:r>
            <a:rPr lang="en-US"/>
            <a:t>• Genetic variants and mutation types help detect potentially harmful changes.</a:t>
          </a:r>
        </a:p>
      </dgm:t>
    </dgm:pt>
    <dgm:pt modelId="{C607E63C-5AD0-42F4-9B7B-B840FCD85660}" type="parTrans" cxnId="{9A83080E-C693-4273-9699-35C8E77C42ED}">
      <dgm:prSet/>
      <dgm:spPr/>
      <dgm:t>
        <a:bodyPr/>
        <a:lstStyle/>
        <a:p>
          <a:endParaRPr lang="en-US"/>
        </a:p>
      </dgm:t>
    </dgm:pt>
    <dgm:pt modelId="{BB4E387C-0B5A-40A3-A3EB-8079BCE3335B}" type="sibTrans" cxnId="{9A83080E-C693-4273-9699-35C8E77C42ED}">
      <dgm:prSet/>
      <dgm:spPr/>
      <dgm:t>
        <a:bodyPr/>
        <a:lstStyle/>
        <a:p>
          <a:endParaRPr lang="en-US"/>
        </a:p>
      </dgm:t>
    </dgm:pt>
    <dgm:pt modelId="{24C86A6D-8420-42C0-9B6C-74172D161F5B}">
      <dgm:prSet/>
      <dgm:spPr/>
      <dgm:t>
        <a:bodyPr/>
        <a:lstStyle/>
        <a:p>
          <a:pPr>
            <a:defRPr cap="all"/>
          </a:pPr>
          <a:r>
            <a:rPr lang="en-US"/>
            <a:t>• Chromosomal positions indicate where the mutation occurs.</a:t>
          </a:r>
        </a:p>
      </dgm:t>
    </dgm:pt>
    <dgm:pt modelId="{2DED987A-023B-4035-B6EE-B3F4783708CA}" type="parTrans" cxnId="{94DD826F-5D49-4503-8DB8-45EB0181C22D}">
      <dgm:prSet/>
      <dgm:spPr/>
      <dgm:t>
        <a:bodyPr/>
        <a:lstStyle/>
        <a:p>
          <a:endParaRPr lang="en-US"/>
        </a:p>
      </dgm:t>
    </dgm:pt>
    <dgm:pt modelId="{8A6C146C-382B-4B18-82F8-B79B6753D2E6}" type="sibTrans" cxnId="{94DD826F-5D49-4503-8DB8-45EB0181C22D}">
      <dgm:prSet/>
      <dgm:spPr/>
      <dgm:t>
        <a:bodyPr/>
        <a:lstStyle/>
        <a:p>
          <a:endParaRPr lang="en-US"/>
        </a:p>
      </dgm:t>
    </dgm:pt>
    <dgm:pt modelId="{194F4C3D-DBBD-47F2-B094-A8B87DEFDD18}">
      <dgm:prSet/>
      <dgm:spPr/>
      <dgm:t>
        <a:bodyPr/>
        <a:lstStyle/>
        <a:p>
          <a:pPr>
            <a:defRPr cap="all"/>
          </a:pPr>
          <a:r>
            <a:rPr lang="en-US"/>
            <a:t>• Clinical annotations provide expert‑verified insights.</a:t>
          </a:r>
        </a:p>
      </dgm:t>
    </dgm:pt>
    <dgm:pt modelId="{94B018ED-3320-4608-B7B9-38D1160CB150}" type="parTrans" cxnId="{58063F51-697A-4436-B97B-9C0B10ADF05B}">
      <dgm:prSet/>
      <dgm:spPr/>
      <dgm:t>
        <a:bodyPr/>
        <a:lstStyle/>
        <a:p>
          <a:endParaRPr lang="en-US"/>
        </a:p>
      </dgm:t>
    </dgm:pt>
    <dgm:pt modelId="{138BA973-D8AE-4093-B863-EEB1ECEF32F4}" type="sibTrans" cxnId="{58063F51-697A-4436-B97B-9C0B10ADF05B}">
      <dgm:prSet/>
      <dgm:spPr/>
      <dgm:t>
        <a:bodyPr/>
        <a:lstStyle/>
        <a:p>
          <a:endParaRPr lang="en-US"/>
        </a:p>
      </dgm:t>
    </dgm:pt>
    <dgm:pt modelId="{D37F760A-05BD-4CA0-A212-45DAE5D35A06}">
      <dgm:prSet/>
      <dgm:spPr/>
      <dgm:t>
        <a:bodyPr/>
        <a:lstStyle/>
        <a:p>
          <a:pPr>
            <a:defRPr cap="all"/>
          </a:pPr>
          <a:r>
            <a:rPr lang="en-US"/>
            <a:t>• Allele frequencies show rarity and population patterns.</a:t>
          </a:r>
        </a:p>
      </dgm:t>
    </dgm:pt>
    <dgm:pt modelId="{BBF418ED-EFA3-49FE-9AA3-7DF6C8E33081}" type="parTrans" cxnId="{DFE4602D-A9CD-448D-83E1-7A3B90F033E0}">
      <dgm:prSet/>
      <dgm:spPr/>
      <dgm:t>
        <a:bodyPr/>
        <a:lstStyle/>
        <a:p>
          <a:endParaRPr lang="en-US"/>
        </a:p>
      </dgm:t>
    </dgm:pt>
    <dgm:pt modelId="{3D41FCE6-1395-4443-9B22-720BC3815F7E}" type="sibTrans" cxnId="{DFE4602D-A9CD-448D-83E1-7A3B90F033E0}">
      <dgm:prSet/>
      <dgm:spPr/>
      <dgm:t>
        <a:bodyPr/>
        <a:lstStyle/>
        <a:p>
          <a:endParaRPr lang="en-US"/>
        </a:p>
      </dgm:t>
    </dgm:pt>
    <dgm:pt modelId="{8C238655-A51E-4A87-A03F-965AC9AF6546}">
      <dgm:prSet/>
      <dgm:spPr/>
      <dgm:t>
        <a:bodyPr/>
        <a:lstStyle/>
        <a:p>
          <a:pPr>
            <a:defRPr cap="all"/>
          </a:pPr>
          <a:r>
            <a:rPr lang="en-US"/>
            <a:t>• Phenotype data strengthens prediction accuracy.</a:t>
          </a:r>
        </a:p>
      </dgm:t>
    </dgm:pt>
    <dgm:pt modelId="{9BDA783C-402A-4106-AFAA-3E496BDD47FD}" type="parTrans" cxnId="{E367164F-6040-41C5-A289-1CCE08426ADE}">
      <dgm:prSet/>
      <dgm:spPr/>
      <dgm:t>
        <a:bodyPr/>
        <a:lstStyle/>
        <a:p>
          <a:endParaRPr lang="en-US"/>
        </a:p>
      </dgm:t>
    </dgm:pt>
    <dgm:pt modelId="{0CDC77CA-6624-42DF-9C53-ABF91A9022EF}" type="sibTrans" cxnId="{E367164F-6040-41C5-A289-1CCE08426ADE}">
      <dgm:prSet/>
      <dgm:spPr/>
      <dgm:t>
        <a:bodyPr/>
        <a:lstStyle/>
        <a:p>
          <a:endParaRPr lang="en-US"/>
        </a:p>
      </dgm:t>
    </dgm:pt>
    <dgm:pt modelId="{9613AE48-756D-4BA3-BDFF-036EEE35898B}" type="pres">
      <dgm:prSet presAssocID="{B2B1803C-C6BF-49EE-835E-8A644E6E370B}" presName="root" presStyleCnt="0">
        <dgm:presLayoutVars>
          <dgm:dir/>
          <dgm:resizeHandles val="exact"/>
        </dgm:presLayoutVars>
      </dgm:prSet>
      <dgm:spPr/>
    </dgm:pt>
    <dgm:pt modelId="{37B09C69-93E0-421C-9CEA-36A12CC59374}" type="pres">
      <dgm:prSet presAssocID="{CFE66F44-9096-4235-B67B-BF0E8D5202DA}" presName="compNode" presStyleCnt="0"/>
      <dgm:spPr/>
    </dgm:pt>
    <dgm:pt modelId="{1D24DFDB-D865-435F-A1FB-C12783A055E6}" type="pres">
      <dgm:prSet presAssocID="{CFE66F44-9096-4235-B67B-BF0E8D5202DA}" presName="iconBgRect" presStyleLbl="bgShp" presStyleIdx="0" presStyleCnt="5"/>
      <dgm:spPr/>
    </dgm:pt>
    <dgm:pt modelId="{E860DE04-30AA-435A-A30B-889581A0C99F}" type="pres">
      <dgm:prSet presAssocID="{CFE66F44-9096-4235-B67B-BF0E8D5202DA}" presName="iconRect" presStyleLbl="node1" presStyleIdx="0" presStyleCnt="5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DB22D9A6-68A4-460B-B0CD-93FB0306E212}" type="pres">
      <dgm:prSet presAssocID="{CFE66F44-9096-4235-B67B-BF0E8D5202DA}" presName="spaceRect" presStyleCnt="0"/>
      <dgm:spPr/>
    </dgm:pt>
    <dgm:pt modelId="{E7A312DC-7CF4-4AA1-9122-0CA95E09A0DF}" type="pres">
      <dgm:prSet presAssocID="{CFE66F44-9096-4235-B67B-BF0E8D5202DA}" presName="textRect" presStyleLbl="revTx" presStyleIdx="0" presStyleCnt="5">
        <dgm:presLayoutVars>
          <dgm:chMax val="1"/>
          <dgm:chPref val="1"/>
        </dgm:presLayoutVars>
      </dgm:prSet>
      <dgm:spPr/>
    </dgm:pt>
    <dgm:pt modelId="{42ACF5E0-0200-4AB3-8E65-84F5FF13A99E}" type="pres">
      <dgm:prSet presAssocID="{BB4E387C-0B5A-40A3-A3EB-8079BCE3335B}" presName="sibTrans" presStyleCnt="0"/>
      <dgm:spPr/>
    </dgm:pt>
    <dgm:pt modelId="{47FD00DD-87CB-4D00-8EBC-C8F7AD7FC29F}" type="pres">
      <dgm:prSet presAssocID="{24C86A6D-8420-42C0-9B6C-74172D161F5B}" presName="compNode" presStyleCnt="0"/>
      <dgm:spPr/>
    </dgm:pt>
    <dgm:pt modelId="{09297AEC-91E7-4FAA-8376-8730F8AFE477}" type="pres">
      <dgm:prSet presAssocID="{24C86A6D-8420-42C0-9B6C-74172D161F5B}" presName="iconBgRect" presStyleLbl="bgShp" presStyleIdx="1" presStyleCnt="5"/>
      <dgm:spPr/>
    </dgm:pt>
    <dgm:pt modelId="{D5946AB5-9DDC-405A-A05C-56528AD00A92}" type="pres">
      <dgm:prSet presAssocID="{24C86A6D-8420-42C0-9B6C-74172D161F5B}" presName="iconRect" presStyleLbl="node1" presStyleIdx="1" presStyleCnt="5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E4ACF3E6-6358-4FC7-A225-05EAA67E4256}" type="pres">
      <dgm:prSet presAssocID="{24C86A6D-8420-42C0-9B6C-74172D161F5B}" presName="spaceRect" presStyleCnt="0"/>
      <dgm:spPr/>
    </dgm:pt>
    <dgm:pt modelId="{E08B791F-42C8-4451-90B2-D57607C92144}" type="pres">
      <dgm:prSet presAssocID="{24C86A6D-8420-42C0-9B6C-74172D161F5B}" presName="textRect" presStyleLbl="revTx" presStyleIdx="1" presStyleCnt="5">
        <dgm:presLayoutVars>
          <dgm:chMax val="1"/>
          <dgm:chPref val="1"/>
        </dgm:presLayoutVars>
      </dgm:prSet>
      <dgm:spPr/>
    </dgm:pt>
    <dgm:pt modelId="{84AB22AB-FFDB-49BA-B5F8-44C72AFD995A}" type="pres">
      <dgm:prSet presAssocID="{8A6C146C-382B-4B18-82F8-B79B6753D2E6}" presName="sibTrans" presStyleCnt="0"/>
      <dgm:spPr/>
    </dgm:pt>
    <dgm:pt modelId="{624B7068-68AD-4DEB-9EC2-5F65B37EE794}" type="pres">
      <dgm:prSet presAssocID="{194F4C3D-DBBD-47F2-B094-A8B87DEFDD18}" presName="compNode" presStyleCnt="0"/>
      <dgm:spPr/>
    </dgm:pt>
    <dgm:pt modelId="{7AB53C7F-4B5B-429E-964F-36485B971338}" type="pres">
      <dgm:prSet presAssocID="{194F4C3D-DBBD-47F2-B094-A8B87DEFDD18}" presName="iconBgRect" presStyleLbl="bgShp" presStyleIdx="2" presStyleCnt="5"/>
      <dgm:spPr/>
    </dgm:pt>
    <dgm:pt modelId="{D3DCFD44-C842-48A6-8DF8-983170DCAE74}" type="pres">
      <dgm:prSet presAssocID="{194F4C3D-DBBD-47F2-B094-A8B87DEFDD18}" presName="iconRect" presStyleLbl="node1" presStyleIdx="2" presStyleCnt="5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BB03BB0-D548-45AC-A164-05C534372E48}" type="pres">
      <dgm:prSet presAssocID="{194F4C3D-DBBD-47F2-B094-A8B87DEFDD18}" presName="spaceRect" presStyleCnt="0"/>
      <dgm:spPr/>
    </dgm:pt>
    <dgm:pt modelId="{7ACD4FC8-45A9-4B8A-B8FB-21A53F574121}" type="pres">
      <dgm:prSet presAssocID="{194F4C3D-DBBD-47F2-B094-A8B87DEFDD18}" presName="textRect" presStyleLbl="revTx" presStyleIdx="2" presStyleCnt="5">
        <dgm:presLayoutVars>
          <dgm:chMax val="1"/>
          <dgm:chPref val="1"/>
        </dgm:presLayoutVars>
      </dgm:prSet>
      <dgm:spPr/>
    </dgm:pt>
    <dgm:pt modelId="{F0FDE5A8-EC0D-4929-855A-1EA569AAA1FD}" type="pres">
      <dgm:prSet presAssocID="{138BA973-D8AE-4093-B863-EEB1ECEF32F4}" presName="sibTrans" presStyleCnt="0"/>
      <dgm:spPr/>
    </dgm:pt>
    <dgm:pt modelId="{CBFEDEF7-E6FF-461F-8110-BD404F4B2284}" type="pres">
      <dgm:prSet presAssocID="{D37F760A-05BD-4CA0-A212-45DAE5D35A06}" presName="compNode" presStyleCnt="0"/>
      <dgm:spPr/>
    </dgm:pt>
    <dgm:pt modelId="{3EAF674B-7125-473C-BEDB-29E3CC1354DC}" type="pres">
      <dgm:prSet presAssocID="{D37F760A-05BD-4CA0-A212-45DAE5D35A06}" presName="iconBgRect" presStyleLbl="bgShp" presStyleIdx="3" presStyleCnt="5"/>
      <dgm:spPr/>
    </dgm:pt>
    <dgm:pt modelId="{72F36CD2-5CD3-40C3-B3C9-00F37E544426}" type="pres">
      <dgm:prSet presAssocID="{D37F760A-05BD-4CA0-A212-45DAE5D35A06}" presName="iconRect" presStyleLbl="node1" presStyleIdx="3" presStyleCnt="5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 Audience"/>
        </a:ext>
      </dgm:extLst>
    </dgm:pt>
    <dgm:pt modelId="{B4708804-FA76-45DD-ACEA-35ABE5101762}" type="pres">
      <dgm:prSet presAssocID="{D37F760A-05BD-4CA0-A212-45DAE5D35A06}" presName="spaceRect" presStyleCnt="0"/>
      <dgm:spPr/>
    </dgm:pt>
    <dgm:pt modelId="{48CBA8DE-F60E-45EF-8AD9-D86FB963DC95}" type="pres">
      <dgm:prSet presAssocID="{D37F760A-05BD-4CA0-A212-45DAE5D35A06}" presName="textRect" presStyleLbl="revTx" presStyleIdx="3" presStyleCnt="5">
        <dgm:presLayoutVars>
          <dgm:chMax val="1"/>
          <dgm:chPref val="1"/>
        </dgm:presLayoutVars>
      </dgm:prSet>
      <dgm:spPr/>
    </dgm:pt>
    <dgm:pt modelId="{69B7F4D3-7DDA-44CA-B308-97E1B7E57F18}" type="pres">
      <dgm:prSet presAssocID="{3D41FCE6-1395-4443-9B22-720BC3815F7E}" presName="sibTrans" presStyleCnt="0"/>
      <dgm:spPr/>
    </dgm:pt>
    <dgm:pt modelId="{20B61829-3D35-4266-8BB1-156646187DDD}" type="pres">
      <dgm:prSet presAssocID="{8C238655-A51E-4A87-A03F-965AC9AF6546}" presName="compNode" presStyleCnt="0"/>
      <dgm:spPr/>
    </dgm:pt>
    <dgm:pt modelId="{E3D367C5-AA7C-4979-8EDB-010D8A883E2D}" type="pres">
      <dgm:prSet presAssocID="{8C238655-A51E-4A87-A03F-965AC9AF6546}" presName="iconBgRect" presStyleLbl="bgShp" presStyleIdx="4" presStyleCnt="5"/>
      <dgm:spPr/>
    </dgm:pt>
    <dgm:pt modelId="{441F7263-7E80-457F-AD6E-617FEA6C1797}" type="pres">
      <dgm:prSet presAssocID="{8C238655-A51E-4A87-A03F-965AC9AF6546}" presName="iconRect" presStyleLbl="node1" presStyleIdx="4" presStyleCnt="5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llseye"/>
        </a:ext>
      </dgm:extLst>
    </dgm:pt>
    <dgm:pt modelId="{34C8044A-5CED-4B44-BA50-1CECC4989FC8}" type="pres">
      <dgm:prSet presAssocID="{8C238655-A51E-4A87-A03F-965AC9AF6546}" presName="spaceRect" presStyleCnt="0"/>
      <dgm:spPr/>
    </dgm:pt>
    <dgm:pt modelId="{F9BA5DC7-FA3E-4950-BCCD-44C7C999C2E3}" type="pres">
      <dgm:prSet presAssocID="{8C238655-A51E-4A87-A03F-965AC9AF6546}" presName="textRect" presStyleLbl="revTx" presStyleIdx="4" presStyleCnt="5">
        <dgm:presLayoutVars>
          <dgm:chMax val="1"/>
          <dgm:chPref val="1"/>
        </dgm:presLayoutVars>
      </dgm:prSet>
      <dgm:spPr/>
    </dgm:pt>
  </dgm:ptLst>
  <dgm:cxnLst>
    <dgm:cxn modelId="{9A83080E-C693-4273-9699-35C8E77C42ED}" srcId="{B2B1803C-C6BF-49EE-835E-8A644E6E370B}" destId="{CFE66F44-9096-4235-B67B-BF0E8D5202DA}" srcOrd="0" destOrd="0" parTransId="{C607E63C-5AD0-42F4-9B7B-B840FCD85660}" sibTransId="{BB4E387C-0B5A-40A3-A3EB-8079BCE3335B}"/>
    <dgm:cxn modelId="{D49FBC1F-A964-4799-B04E-AEEFF9EC44B4}" type="presOf" srcId="{B2B1803C-C6BF-49EE-835E-8A644E6E370B}" destId="{9613AE48-756D-4BA3-BDFF-036EEE35898B}" srcOrd="0" destOrd="0" presId="urn:microsoft.com/office/officeart/2018/5/layout/IconCircleLabelList"/>
    <dgm:cxn modelId="{DFE4602D-A9CD-448D-83E1-7A3B90F033E0}" srcId="{B2B1803C-C6BF-49EE-835E-8A644E6E370B}" destId="{D37F760A-05BD-4CA0-A212-45DAE5D35A06}" srcOrd="3" destOrd="0" parTransId="{BBF418ED-EFA3-49FE-9AA3-7DF6C8E33081}" sibTransId="{3D41FCE6-1395-4443-9B22-720BC3815F7E}"/>
    <dgm:cxn modelId="{E367164F-6040-41C5-A289-1CCE08426ADE}" srcId="{B2B1803C-C6BF-49EE-835E-8A644E6E370B}" destId="{8C238655-A51E-4A87-A03F-965AC9AF6546}" srcOrd="4" destOrd="0" parTransId="{9BDA783C-402A-4106-AFAA-3E496BDD47FD}" sibTransId="{0CDC77CA-6624-42DF-9C53-ABF91A9022EF}"/>
    <dgm:cxn modelId="{94DD826F-5D49-4503-8DB8-45EB0181C22D}" srcId="{B2B1803C-C6BF-49EE-835E-8A644E6E370B}" destId="{24C86A6D-8420-42C0-9B6C-74172D161F5B}" srcOrd="1" destOrd="0" parTransId="{2DED987A-023B-4035-B6EE-B3F4783708CA}" sibTransId="{8A6C146C-382B-4B18-82F8-B79B6753D2E6}"/>
    <dgm:cxn modelId="{58063F51-697A-4436-B97B-9C0B10ADF05B}" srcId="{B2B1803C-C6BF-49EE-835E-8A644E6E370B}" destId="{194F4C3D-DBBD-47F2-B094-A8B87DEFDD18}" srcOrd="2" destOrd="0" parTransId="{94B018ED-3320-4608-B7B9-38D1160CB150}" sibTransId="{138BA973-D8AE-4093-B863-EEB1ECEF32F4}"/>
    <dgm:cxn modelId="{89A2AA8F-EC79-40FC-BB54-ECE8E01FB823}" type="presOf" srcId="{8C238655-A51E-4A87-A03F-965AC9AF6546}" destId="{F9BA5DC7-FA3E-4950-BCCD-44C7C999C2E3}" srcOrd="0" destOrd="0" presId="urn:microsoft.com/office/officeart/2018/5/layout/IconCircleLabelList"/>
    <dgm:cxn modelId="{D6A1A991-EA01-4EA6-8041-4B71B5415E2A}" type="presOf" srcId="{CFE66F44-9096-4235-B67B-BF0E8D5202DA}" destId="{E7A312DC-7CF4-4AA1-9122-0CA95E09A0DF}" srcOrd="0" destOrd="0" presId="urn:microsoft.com/office/officeart/2018/5/layout/IconCircleLabelList"/>
    <dgm:cxn modelId="{501666B7-8D4F-4370-B2AB-4DA97CC3CA3D}" type="presOf" srcId="{D37F760A-05BD-4CA0-A212-45DAE5D35A06}" destId="{48CBA8DE-F60E-45EF-8AD9-D86FB963DC95}" srcOrd="0" destOrd="0" presId="urn:microsoft.com/office/officeart/2018/5/layout/IconCircleLabelList"/>
    <dgm:cxn modelId="{EB10E6E8-46B7-4F81-8624-C026AD33A15E}" type="presOf" srcId="{194F4C3D-DBBD-47F2-B094-A8B87DEFDD18}" destId="{7ACD4FC8-45A9-4B8A-B8FB-21A53F574121}" srcOrd="0" destOrd="0" presId="urn:microsoft.com/office/officeart/2018/5/layout/IconCircleLabelList"/>
    <dgm:cxn modelId="{B5F14DED-0CFE-4242-9D36-C45FF93963DD}" type="presOf" srcId="{24C86A6D-8420-42C0-9B6C-74172D161F5B}" destId="{E08B791F-42C8-4451-90B2-D57607C92144}" srcOrd="0" destOrd="0" presId="urn:microsoft.com/office/officeart/2018/5/layout/IconCircleLabelList"/>
    <dgm:cxn modelId="{975130CF-C7AA-4EDD-851F-430DE79B03B9}" type="presParOf" srcId="{9613AE48-756D-4BA3-BDFF-036EEE35898B}" destId="{37B09C69-93E0-421C-9CEA-36A12CC59374}" srcOrd="0" destOrd="0" presId="urn:microsoft.com/office/officeart/2018/5/layout/IconCircleLabelList"/>
    <dgm:cxn modelId="{D76FA1BB-D7AA-4526-8C28-5180A956E4FE}" type="presParOf" srcId="{37B09C69-93E0-421C-9CEA-36A12CC59374}" destId="{1D24DFDB-D865-435F-A1FB-C12783A055E6}" srcOrd="0" destOrd="0" presId="urn:microsoft.com/office/officeart/2018/5/layout/IconCircleLabelList"/>
    <dgm:cxn modelId="{15975CE9-12FF-4DC6-8149-2D246976C2CB}" type="presParOf" srcId="{37B09C69-93E0-421C-9CEA-36A12CC59374}" destId="{E860DE04-30AA-435A-A30B-889581A0C99F}" srcOrd="1" destOrd="0" presId="urn:microsoft.com/office/officeart/2018/5/layout/IconCircleLabelList"/>
    <dgm:cxn modelId="{DF4087FF-605F-408D-AE91-E64F0F8B07BC}" type="presParOf" srcId="{37B09C69-93E0-421C-9CEA-36A12CC59374}" destId="{DB22D9A6-68A4-460B-B0CD-93FB0306E212}" srcOrd="2" destOrd="0" presId="urn:microsoft.com/office/officeart/2018/5/layout/IconCircleLabelList"/>
    <dgm:cxn modelId="{54B5273A-AFF8-43AA-BC49-8D61289CC53F}" type="presParOf" srcId="{37B09C69-93E0-421C-9CEA-36A12CC59374}" destId="{E7A312DC-7CF4-4AA1-9122-0CA95E09A0DF}" srcOrd="3" destOrd="0" presId="urn:microsoft.com/office/officeart/2018/5/layout/IconCircleLabelList"/>
    <dgm:cxn modelId="{BDEABC6E-60E6-45B2-96F2-AB7DFB1FDF7A}" type="presParOf" srcId="{9613AE48-756D-4BA3-BDFF-036EEE35898B}" destId="{42ACF5E0-0200-4AB3-8E65-84F5FF13A99E}" srcOrd="1" destOrd="0" presId="urn:microsoft.com/office/officeart/2018/5/layout/IconCircleLabelList"/>
    <dgm:cxn modelId="{4A9C206E-9B64-4355-ABB7-D387E9CEB2BF}" type="presParOf" srcId="{9613AE48-756D-4BA3-BDFF-036EEE35898B}" destId="{47FD00DD-87CB-4D00-8EBC-C8F7AD7FC29F}" srcOrd="2" destOrd="0" presId="urn:microsoft.com/office/officeart/2018/5/layout/IconCircleLabelList"/>
    <dgm:cxn modelId="{5F9454FB-08BC-4614-82CB-4E459CEFDE8F}" type="presParOf" srcId="{47FD00DD-87CB-4D00-8EBC-C8F7AD7FC29F}" destId="{09297AEC-91E7-4FAA-8376-8730F8AFE477}" srcOrd="0" destOrd="0" presId="urn:microsoft.com/office/officeart/2018/5/layout/IconCircleLabelList"/>
    <dgm:cxn modelId="{65744851-FF45-4709-A19F-3CFF26B71C05}" type="presParOf" srcId="{47FD00DD-87CB-4D00-8EBC-C8F7AD7FC29F}" destId="{D5946AB5-9DDC-405A-A05C-56528AD00A92}" srcOrd="1" destOrd="0" presId="urn:microsoft.com/office/officeart/2018/5/layout/IconCircleLabelList"/>
    <dgm:cxn modelId="{D7422729-A2A3-4104-9D33-18E709AE696F}" type="presParOf" srcId="{47FD00DD-87CB-4D00-8EBC-C8F7AD7FC29F}" destId="{E4ACF3E6-6358-4FC7-A225-05EAA67E4256}" srcOrd="2" destOrd="0" presId="urn:microsoft.com/office/officeart/2018/5/layout/IconCircleLabelList"/>
    <dgm:cxn modelId="{7249F666-594A-4907-A942-5E54DA4F71B8}" type="presParOf" srcId="{47FD00DD-87CB-4D00-8EBC-C8F7AD7FC29F}" destId="{E08B791F-42C8-4451-90B2-D57607C92144}" srcOrd="3" destOrd="0" presId="urn:microsoft.com/office/officeart/2018/5/layout/IconCircleLabelList"/>
    <dgm:cxn modelId="{A33A04B0-6ED1-4697-9E80-D022DA479517}" type="presParOf" srcId="{9613AE48-756D-4BA3-BDFF-036EEE35898B}" destId="{84AB22AB-FFDB-49BA-B5F8-44C72AFD995A}" srcOrd="3" destOrd="0" presId="urn:microsoft.com/office/officeart/2018/5/layout/IconCircleLabelList"/>
    <dgm:cxn modelId="{800ACF10-876B-4502-8B9D-4B377D12A428}" type="presParOf" srcId="{9613AE48-756D-4BA3-BDFF-036EEE35898B}" destId="{624B7068-68AD-4DEB-9EC2-5F65B37EE794}" srcOrd="4" destOrd="0" presId="urn:microsoft.com/office/officeart/2018/5/layout/IconCircleLabelList"/>
    <dgm:cxn modelId="{A20DE2AA-F2A6-480F-B9D5-3DBB6AE89855}" type="presParOf" srcId="{624B7068-68AD-4DEB-9EC2-5F65B37EE794}" destId="{7AB53C7F-4B5B-429E-964F-36485B971338}" srcOrd="0" destOrd="0" presId="urn:microsoft.com/office/officeart/2018/5/layout/IconCircleLabelList"/>
    <dgm:cxn modelId="{0659E5A6-9356-473D-AD0A-6CE9CFEBD547}" type="presParOf" srcId="{624B7068-68AD-4DEB-9EC2-5F65B37EE794}" destId="{D3DCFD44-C842-48A6-8DF8-983170DCAE74}" srcOrd="1" destOrd="0" presId="urn:microsoft.com/office/officeart/2018/5/layout/IconCircleLabelList"/>
    <dgm:cxn modelId="{05969C81-4355-4DA7-B1F7-C48B401760B7}" type="presParOf" srcId="{624B7068-68AD-4DEB-9EC2-5F65B37EE794}" destId="{8BB03BB0-D548-45AC-A164-05C534372E48}" srcOrd="2" destOrd="0" presId="urn:microsoft.com/office/officeart/2018/5/layout/IconCircleLabelList"/>
    <dgm:cxn modelId="{C869C8E3-15B7-49F0-A89D-E84E260D7E6C}" type="presParOf" srcId="{624B7068-68AD-4DEB-9EC2-5F65B37EE794}" destId="{7ACD4FC8-45A9-4B8A-B8FB-21A53F574121}" srcOrd="3" destOrd="0" presId="urn:microsoft.com/office/officeart/2018/5/layout/IconCircleLabelList"/>
    <dgm:cxn modelId="{795D6A6E-1D8C-4551-A49A-9CAFE07A9786}" type="presParOf" srcId="{9613AE48-756D-4BA3-BDFF-036EEE35898B}" destId="{F0FDE5A8-EC0D-4929-855A-1EA569AAA1FD}" srcOrd="5" destOrd="0" presId="urn:microsoft.com/office/officeart/2018/5/layout/IconCircleLabelList"/>
    <dgm:cxn modelId="{33C13387-B314-4AB8-A065-6B3AF02E4227}" type="presParOf" srcId="{9613AE48-756D-4BA3-BDFF-036EEE35898B}" destId="{CBFEDEF7-E6FF-461F-8110-BD404F4B2284}" srcOrd="6" destOrd="0" presId="urn:microsoft.com/office/officeart/2018/5/layout/IconCircleLabelList"/>
    <dgm:cxn modelId="{FCAEC734-38D5-44AE-B8AD-BC0D527C5A3A}" type="presParOf" srcId="{CBFEDEF7-E6FF-461F-8110-BD404F4B2284}" destId="{3EAF674B-7125-473C-BEDB-29E3CC1354DC}" srcOrd="0" destOrd="0" presId="urn:microsoft.com/office/officeart/2018/5/layout/IconCircleLabelList"/>
    <dgm:cxn modelId="{BFAF8244-364D-497F-8021-2DD854E1C27B}" type="presParOf" srcId="{CBFEDEF7-E6FF-461F-8110-BD404F4B2284}" destId="{72F36CD2-5CD3-40C3-B3C9-00F37E544426}" srcOrd="1" destOrd="0" presId="urn:microsoft.com/office/officeart/2018/5/layout/IconCircleLabelList"/>
    <dgm:cxn modelId="{5B8981C6-CAF0-40D5-B22A-26442BCA29F9}" type="presParOf" srcId="{CBFEDEF7-E6FF-461F-8110-BD404F4B2284}" destId="{B4708804-FA76-45DD-ACEA-35ABE5101762}" srcOrd="2" destOrd="0" presId="urn:microsoft.com/office/officeart/2018/5/layout/IconCircleLabelList"/>
    <dgm:cxn modelId="{EAA59F79-F9C5-4864-8F84-7D682419563F}" type="presParOf" srcId="{CBFEDEF7-E6FF-461F-8110-BD404F4B2284}" destId="{48CBA8DE-F60E-45EF-8AD9-D86FB963DC95}" srcOrd="3" destOrd="0" presId="urn:microsoft.com/office/officeart/2018/5/layout/IconCircleLabelList"/>
    <dgm:cxn modelId="{DFABFFF3-581E-4768-ACF3-D71811EE89D8}" type="presParOf" srcId="{9613AE48-756D-4BA3-BDFF-036EEE35898B}" destId="{69B7F4D3-7DDA-44CA-B308-97E1B7E57F18}" srcOrd="7" destOrd="0" presId="urn:microsoft.com/office/officeart/2018/5/layout/IconCircleLabelList"/>
    <dgm:cxn modelId="{3DA23C3B-F5B8-4D9A-8DB1-124A23506652}" type="presParOf" srcId="{9613AE48-756D-4BA3-BDFF-036EEE35898B}" destId="{20B61829-3D35-4266-8BB1-156646187DDD}" srcOrd="8" destOrd="0" presId="urn:microsoft.com/office/officeart/2018/5/layout/IconCircleLabelList"/>
    <dgm:cxn modelId="{6136D3CD-C7BB-4932-AF81-91BD0BB1D7DD}" type="presParOf" srcId="{20B61829-3D35-4266-8BB1-156646187DDD}" destId="{E3D367C5-AA7C-4979-8EDB-010D8A883E2D}" srcOrd="0" destOrd="0" presId="urn:microsoft.com/office/officeart/2018/5/layout/IconCircleLabelList"/>
    <dgm:cxn modelId="{89B35972-1223-422B-ABD7-1532F2656D21}" type="presParOf" srcId="{20B61829-3D35-4266-8BB1-156646187DDD}" destId="{441F7263-7E80-457F-AD6E-617FEA6C1797}" srcOrd="1" destOrd="0" presId="urn:microsoft.com/office/officeart/2018/5/layout/IconCircleLabelList"/>
    <dgm:cxn modelId="{71D6EDF6-990B-456B-81E3-09351C62D769}" type="presParOf" srcId="{20B61829-3D35-4266-8BB1-156646187DDD}" destId="{34C8044A-5CED-4B44-BA50-1CECC4989FC8}" srcOrd="2" destOrd="0" presId="urn:microsoft.com/office/officeart/2018/5/layout/IconCircleLabelList"/>
    <dgm:cxn modelId="{4DBD1749-F5F7-4EE3-86EB-205E9274063C}" type="presParOf" srcId="{20B61829-3D35-4266-8BB1-156646187DDD}" destId="{F9BA5DC7-FA3E-4950-BCCD-44C7C999C2E3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46281FC8-F50F-412D-A7FD-F265AA5B1C09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36CB30EA-1A54-4424-8067-7B22527CA591}">
      <dgm:prSet/>
      <dgm:spPr/>
      <dgm:t>
        <a:bodyPr/>
        <a:lstStyle/>
        <a:p>
          <a:r>
            <a:rPr lang="en-US"/>
            <a:t>• Predicts the broad disorder category and possible subtype.</a:t>
          </a:r>
        </a:p>
      </dgm:t>
    </dgm:pt>
    <dgm:pt modelId="{397E4D2B-23CE-4E73-88CF-D4E9A2F7CC00}" type="parTrans" cxnId="{DF9DC501-DD02-4B4F-8158-4839E8C58670}">
      <dgm:prSet/>
      <dgm:spPr/>
      <dgm:t>
        <a:bodyPr/>
        <a:lstStyle/>
        <a:p>
          <a:endParaRPr lang="en-US"/>
        </a:p>
      </dgm:t>
    </dgm:pt>
    <dgm:pt modelId="{8C105C7E-25BA-40A9-A34A-3D08A2807232}" type="sibTrans" cxnId="{DF9DC501-DD02-4B4F-8158-4839E8C58670}">
      <dgm:prSet/>
      <dgm:spPr/>
      <dgm:t>
        <a:bodyPr/>
        <a:lstStyle/>
        <a:p>
          <a:endParaRPr lang="en-US"/>
        </a:p>
      </dgm:t>
    </dgm:pt>
    <dgm:pt modelId="{0F2BF820-3A82-485D-BB60-3A23D4C1D93D}">
      <dgm:prSet/>
      <dgm:spPr/>
      <dgm:t>
        <a:bodyPr/>
        <a:lstStyle/>
        <a:p>
          <a:r>
            <a:rPr lang="en-US"/>
            <a:t>• Generates confidence scores to indicate reliability of predictions.</a:t>
          </a:r>
        </a:p>
      </dgm:t>
    </dgm:pt>
    <dgm:pt modelId="{2AFECC92-209F-40A7-B3DF-B300FEBCA3FF}" type="parTrans" cxnId="{F3667D5A-0E92-41BF-A47B-BC082D726673}">
      <dgm:prSet/>
      <dgm:spPr/>
      <dgm:t>
        <a:bodyPr/>
        <a:lstStyle/>
        <a:p>
          <a:endParaRPr lang="en-US"/>
        </a:p>
      </dgm:t>
    </dgm:pt>
    <dgm:pt modelId="{74926B1F-1C57-4174-BC9F-7511ECBA4E7E}" type="sibTrans" cxnId="{F3667D5A-0E92-41BF-A47B-BC082D726673}">
      <dgm:prSet/>
      <dgm:spPr/>
      <dgm:t>
        <a:bodyPr/>
        <a:lstStyle/>
        <a:p>
          <a:endParaRPr lang="en-US"/>
        </a:p>
      </dgm:t>
    </dgm:pt>
    <dgm:pt modelId="{6E618C88-C44E-4BBD-817A-8B84ABAC755E}">
      <dgm:prSet/>
      <dgm:spPr/>
      <dgm:t>
        <a:bodyPr/>
        <a:lstStyle/>
        <a:p>
          <a:r>
            <a:rPr lang="en-US"/>
            <a:t>• Offers genetic risk levels useful for early monitoring.</a:t>
          </a:r>
        </a:p>
      </dgm:t>
    </dgm:pt>
    <dgm:pt modelId="{A9F364B9-E2B6-4EB7-8900-8BE590262364}" type="parTrans" cxnId="{054BB2B4-C1D1-44AF-A8FD-A59FE7457A2E}">
      <dgm:prSet/>
      <dgm:spPr/>
      <dgm:t>
        <a:bodyPr/>
        <a:lstStyle/>
        <a:p>
          <a:endParaRPr lang="en-US"/>
        </a:p>
      </dgm:t>
    </dgm:pt>
    <dgm:pt modelId="{61651F24-4B48-4DA9-8C81-57C04B563E59}" type="sibTrans" cxnId="{054BB2B4-C1D1-44AF-A8FD-A59FE7457A2E}">
      <dgm:prSet/>
      <dgm:spPr/>
      <dgm:t>
        <a:bodyPr/>
        <a:lstStyle/>
        <a:p>
          <a:endParaRPr lang="en-US"/>
        </a:p>
      </dgm:t>
    </dgm:pt>
    <dgm:pt modelId="{40B4F14E-7A2C-485D-A170-324F4B61FDAD}">
      <dgm:prSet/>
      <dgm:spPr/>
      <dgm:t>
        <a:bodyPr/>
        <a:lstStyle/>
        <a:p>
          <a:r>
            <a:rPr lang="en-US"/>
            <a:t>• Provides tailored lifestyle or preventive recommendations.</a:t>
          </a:r>
        </a:p>
      </dgm:t>
    </dgm:pt>
    <dgm:pt modelId="{F06B628C-92CC-4BF1-9634-7CE703BA8E55}" type="parTrans" cxnId="{D3CE818C-4F68-404F-B243-DB6EAD9FEF6F}">
      <dgm:prSet/>
      <dgm:spPr/>
      <dgm:t>
        <a:bodyPr/>
        <a:lstStyle/>
        <a:p>
          <a:endParaRPr lang="en-US"/>
        </a:p>
      </dgm:t>
    </dgm:pt>
    <dgm:pt modelId="{63248084-C4C5-4A1E-85D0-9CE6596A894C}" type="sibTrans" cxnId="{D3CE818C-4F68-404F-B243-DB6EAD9FEF6F}">
      <dgm:prSet/>
      <dgm:spPr/>
      <dgm:t>
        <a:bodyPr/>
        <a:lstStyle/>
        <a:p>
          <a:endParaRPr lang="en-US"/>
        </a:p>
      </dgm:t>
    </dgm:pt>
    <dgm:pt modelId="{A05DE699-F67C-43CC-B6CA-A41686BCED60}" type="pres">
      <dgm:prSet presAssocID="{46281FC8-F50F-412D-A7FD-F265AA5B1C09}" presName="root" presStyleCnt="0">
        <dgm:presLayoutVars>
          <dgm:dir/>
          <dgm:resizeHandles val="exact"/>
        </dgm:presLayoutVars>
      </dgm:prSet>
      <dgm:spPr/>
    </dgm:pt>
    <dgm:pt modelId="{07534A19-EC16-4CA4-B29C-BDB6AA822FF3}" type="pres">
      <dgm:prSet presAssocID="{36CB30EA-1A54-4424-8067-7B22527CA591}" presName="compNode" presStyleCnt="0"/>
      <dgm:spPr/>
    </dgm:pt>
    <dgm:pt modelId="{7198AF2E-6A0C-4413-BFD6-EE82E78FB405}" type="pres">
      <dgm:prSet presAssocID="{36CB30EA-1A54-4424-8067-7B22527CA591}" presName="bgRect" presStyleLbl="bgShp" presStyleIdx="0" presStyleCnt="4"/>
      <dgm:spPr/>
    </dgm:pt>
    <dgm:pt modelId="{BBB81DC4-AA31-4C29-8598-8C0AD9E79212}" type="pres">
      <dgm:prSet presAssocID="{36CB30EA-1A54-4424-8067-7B22527CA59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rain in head"/>
        </a:ext>
      </dgm:extLst>
    </dgm:pt>
    <dgm:pt modelId="{D79C7F73-D1B3-492F-B07D-5FF81E9F4873}" type="pres">
      <dgm:prSet presAssocID="{36CB30EA-1A54-4424-8067-7B22527CA591}" presName="spaceRect" presStyleCnt="0"/>
      <dgm:spPr/>
    </dgm:pt>
    <dgm:pt modelId="{12D7039D-F39F-4C1C-867F-47AEFA24D39A}" type="pres">
      <dgm:prSet presAssocID="{36CB30EA-1A54-4424-8067-7B22527CA591}" presName="parTx" presStyleLbl="revTx" presStyleIdx="0" presStyleCnt="4">
        <dgm:presLayoutVars>
          <dgm:chMax val="0"/>
          <dgm:chPref val="0"/>
        </dgm:presLayoutVars>
      </dgm:prSet>
      <dgm:spPr/>
    </dgm:pt>
    <dgm:pt modelId="{7DD98C80-7840-4AE3-9E37-952F99D42101}" type="pres">
      <dgm:prSet presAssocID="{8C105C7E-25BA-40A9-A34A-3D08A2807232}" presName="sibTrans" presStyleCnt="0"/>
      <dgm:spPr/>
    </dgm:pt>
    <dgm:pt modelId="{2853ADD3-04CF-4563-8956-59C17684EC6C}" type="pres">
      <dgm:prSet presAssocID="{0F2BF820-3A82-485D-BB60-3A23D4C1D93D}" presName="compNode" presStyleCnt="0"/>
      <dgm:spPr/>
    </dgm:pt>
    <dgm:pt modelId="{D6365BA3-2B31-44D3-8FBE-92ECF14FF8FD}" type="pres">
      <dgm:prSet presAssocID="{0F2BF820-3A82-485D-BB60-3A23D4C1D93D}" presName="bgRect" presStyleLbl="bgShp" presStyleIdx="1" presStyleCnt="4"/>
      <dgm:spPr/>
    </dgm:pt>
    <dgm:pt modelId="{9D684A21-2D7F-42E2-91E8-E5F4602D599B}" type="pres">
      <dgm:prSet presAssocID="{0F2BF820-3A82-485D-BB60-3A23D4C1D93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g under Magnifying Glass"/>
        </a:ext>
      </dgm:extLst>
    </dgm:pt>
    <dgm:pt modelId="{C90E8E1A-CBF8-4D80-951B-843B30C4FB00}" type="pres">
      <dgm:prSet presAssocID="{0F2BF820-3A82-485D-BB60-3A23D4C1D93D}" presName="spaceRect" presStyleCnt="0"/>
      <dgm:spPr/>
    </dgm:pt>
    <dgm:pt modelId="{FE9ECB62-CF19-4362-85B0-30183074FCDB}" type="pres">
      <dgm:prSet presAssocID="{0F2BF820-3A82-485D-BB60-3A23D4C1D93D}" presName="parTx" presStyleLbl="revTx" presStyleIdx="1" presStyleCnt="4">
        <dgm:presLayoutVars>
          <dgm:chMax val="0"/>
          <dgm:chPref val="0"/>
        </dgm:presLayoutVars>
      </dgm:prSet>
      <dgm:spPr/>
    </dgm:pt>
    <dgm:pt modelId="{C522FED3-3F7D-49A2-BAF8-A953F3F43F9D}" type="pres">
      <dgm:prSet presAssocID="{74926B1F-1C57-4174-BC9F-7511ECBA4E7E}" presName="sibTrans" presStyleCnt="0"/>
      <dgm:spPr/>
    </dgm:pt>
    <dgm:pt modelId="{0CCF97F6-4C36-48AD-B73D-899A12CDB176}" type="pres">
      <dgm:prSet presAssocID="{6E618C88-C44E-4BBD-817A-8B84ABAC755E}" presName="compNode" presStyleCnt="0"/>
      <dgm:spPr/>
    </dgm:pt>
    <dgm:pt modelId="{6C564726-06B3-4D3B-934F-CBCD00E8E3CB}" type="pres">
      <dgm:prSet presAssocID="{6E618C88-C44E-4BBD-817A-8B84ABAC755E}" presName="bgRect" presStyleLbl="bgShp" presStyleIdx="2" presStyleCnt="4"/>
      <dgm:spPr/>
    </dgm:pt>
    <dgm:pt modelId="{159DE8C0-C7C7-45C8-B4D2-F54FEB347B75}" type="pres">
      <dgm:prSet presAssocID="{6E618C88-C44E-4BBD-817A-8B84ABAC755E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inger Print"/>
        </a:ext>
      </dgm:extLst>
    </dgm:pt>
    <dgm:pt modelId="{C4E0E4B1-EECA-44CF-907C-A8B22F08E34D}" type="pres">
      <dgm:prSet presAssocID="{6E618C88-C44E-4BBD-817A-8B84ABAC755E}" presName="spaceRect" presStyleCnt="0"/>
      <dgm:spPr/>
    </dgm:pt>
    <dgm:pt modelId="{A7B04E50-7AC9-4F6D-A613-8C6541519790}" type="pres">
      <dgm:prSet presAssocID="{6E618C88-C44E-4BBD-817A-8B84ABAC755E}" presName="parTx" presStyleLbl="revTx" presStyleIdx="2" presStyleCnt="4">
        <dgm:presLayoutVars>
          <dgm:chMax val="0"/>
          <dgm:chPref val="0"/>
        </dgm:presLayoutVars>
      </dgm:prSet>
      <dgm:spPr/>
    </dgm:pt>
    <dgm:pt modelId="{710E648B-1590-414D-91B3-B98401D1D539}" type="pres">
      <dgm:prSet presAssocID="{61651F24-4B48-4DA9-8C81-57C04B563E59}" presName="sibTrans" presStyleCnt="0"/>
      <dgm:spPr/>
    </dgm:pt>
    <dgm:pt modelId="{AE22BAB4-5E47-4F44-AD40-DD147BD07804}" type="pres">
      <dgm:prSet presAssocID="{40B4F14E-7A2C-485D-A170-324F4B61FDAD}" presName="compNode" presStyleCnt="0"/>
      <dgm:spPr/>
    </dgm:pt>
    <dgm:pt modelId="{4700A452-04D8-47A2-86A9-A944581BF465}" type="pres">
      <dgm:prSet presAssocID="{40B4F14E-7A2C-485D-A170-324F4B61FDAD}" presName="bgRect" presStyleLbl="bgShp" presStyleIdx="3" presStyleCnt="4"/>
      <dgm:spPr/>
    </dgm:pt>
    <dgm:pt modelId="{82CD28CD-404F-4326-AA70-FA32311A6369}" type="pres">
      <dgm:prSet presAssocID="{40B4F14E-7A2C-485D-A170-324F4B61FDAD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ruit Bowl"/>
        </a:ext>
      </dgm:extLst>
    </dgm:pt>
    <dgm:pt modelId="{6F95E9F8-470F-4AC7-8B4E-C1758DD9DC38}" type="pres">
      <dgm:prSet presAssocID="{40B4F14E-7A2C-485D-A170-324F4B61FDAD}" presName="spaceRect" presStyleCnt="0"/>
      <dgm:spPr/>
    </dgm:pt>
    <dgm:pt modelId="{942E36EF-CEFE-46CB-B197-B62D80B595C1}" type="pres">
      <dgm:prSet presAssocID="{40B4F14E-7A2C-485D-A170-324F4B61FDAD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DF9DC501-DD02-4B4F-8158-4839E8C58670}" srcId="{46281FC8-F50F-412D-A7FD-F265AA5B1C09}" destId="{36CB30EA-1A54-4424-8067-7B22527CA591}" srcOrd="0" destOrd="0" parTransId="{397E4D2B-23CE-4E73-88CF-D4E9A2F7CC00}" sibTransId="{8C105C7E-25BA-40A9-A34A-3D08A2807232}"/>
    <dgm:cxn modelId="{57BD7F0A-4845-4D14-A8E9-42C0EBD94D18}" type="presOf" srcId="{40B4F14E-7A2C-485D-A170-324F4B61FDAD}" destId="{942E36EF-CEFE-46CB-B197-B62D80B595C1}" srcOrd="0" destOrd="0" presId="urn:microsoft.com/office/officeart/2018/2/layout/IconVerticalSolidList"/>
    <dgm:cxn modelId="{5607D236-3104-43A5-81D9-6A01BFD2B8B8}" type="presOf" srcId="{0F2BF820-3A82-485D-BB60-3A23D4C1D93D}" destId="{FE9ECB62-CF19-4362-85B0-30183074FCDB}" srcOrd="0" destOrd="0" presId="urn:microsoft.com/office/officeart/2018/2/layout/IconVerticalSolidList"/>
    <dgm:cxn modelId="{F3667D5A-0E92-41BF-A47B-BC082D726673}" srcId="{46281FC8-F50F-412D-A7FD-F265AA5B1C09}" destId="{0F2BF820-3A82-485D-BB60-3A23D4C1D93D}" srcOrd="1" destOrd="0" parTransId="{2AFECC92-209F-40A7-B3DF-B300FEBCA3FF}" sibTransId="{74926B1F-1C57-4174-BC9F-7511ECBA4E7E}"/>
    <dgm:cxn modelId="{6AFBB680-1D2E-4B4D-A095-9423FC579B70}" type="presOf" srcId="{46281FC8-F50F-412D-A7FD-F265AA5B1C09}" destId="{A05DE699-F67C-43CC-B6CA-A41686BCED60}" srcOrd="0" destOrd="0" presId="urn:microsoft.com/office/officeart/2018/2/layout/IconVerticalSolidList"/>
    <dgm:cxn modelId="{D3CE818C-4F68-404F-B243-DB6EAD9FEF6F}" srcId="{46281FC8-F50F-412D-A7FD-F265AA5B1C09}" destId="{40B4F14E-7A2C-485D-A170-324F4B61FDAD}" srcOrd="3" destOrd="0" parTransId="{F06B628C-92CC-4BF1-9634-7CE703BA8E55}" sibTransId="{63248084-C4C5-4A1E-85D0-9CE6596A894C}"/>
    <dgm:cxn modelId="{054BB2B4-C1D1-44AF-A8FD-A59FE7457A2E}" srcId="{46281FC8-F50F-412D-A7FD-F265AA5B1C09}" destId="{6E618C88-C44E-4BBD-817A-8B84ABAC755E}" srcOrd="2" destOrd="0" parTransId="{A9F364B9-E2B6-4EB7-8900-8BE590262364}" sibTransId="{61651F24-4B48-4DA9-8C81-57C04B563E59}"/>
    <dgm:cxn modelId="{ECBE6CE4-E876-45CA-886C-AE59A6058783}" type="presOf" srcId="{6E618C88-C44E-4BBD-817A-8B84ABAC755E}" destId="{A7B04E50-7AC9-4F6D-A613-8C6541519790}" srcOrd="0" destOrd="0" presId="urn:microsoft.com/office/officeart/2018/2/layout/IconVerticalSolidList"/>
    <dgm:cxn modelId="{B5409FF3-E997-41AA-8955-2C404A75F1FB}" type="presOf" srcId="{36CB30EA-1A54-4424-8067-7B22527CA591}" destId="{12D7039D-F39F-4C1C-867F-47AEFA24D39A}" srcOrd="0" destOrd="0" presId="urn:microsoft.com/office/officeart/2018/2/layout/IconVerticalSolidList"/>
    <dgm:cxn modelId="{D8DD6F8A-DA74-4CD2-B7C1-74A1E3732B77}" type="presParOf" srcId="{A05DE699-F67C-43CC-B6CA-A41686BCED60}" destId="{07534A19-EC16-4CA4-B29C-BDB6AA822FF3}" srcOrd="0" destOrd="0" presId="urn:microsoft.com/office/officeart/2018/2/layout/IconVerticalSolidList"/>
    <dgm:cxn modelId="{B450266B-AE82-4F72-B807-C33E8F1795BA}" type="presParOf" srcId="{07534A19-EC16-4CA4-B29C-BDB6AA822FF3}" destId="{7198AF2E-6A0C-4413-BFD6-EE82E78FB405}" srcOrd="0" destOrd="0" presId="urn:microsoft.com/office/officeart/2018/2/layout/IconVerticalSolidList"/>
    <dgm:cxn modelId="{C4300489-B55D-48BF-90D0-A266AF513105}" type="presParOf" srcId="{07534A19-EC16-4CA4-B29C-BDB6AA822FF3}" destId="{BBB81DC4-AA31-4C29-8598-8C0AD9E79212}" srcOrd="1" destOrd="0" presId="urn:microsoft.com/office/officeart/2018/2/layout/IconVerticalSolidList"/>
    <dgm:cxn modelId="{2F3AD839-5FE3-4C3A-B2F9-471883DE07B0}" type="presParOf" srcId="{07534A19-EC16-4CA4-B29C-BDB6AA822FF3}" destId="{D79C7F73-D1B3-492F-B07D-5FF81E9F4873}" srcOrd="2" destOrd="0" presId="urn:microsoft.com/office/officeart/2018/2/layout/IconVerticalSolidList"/>
    <dgm:cxn modelId="{1AD15F58-4655-4C2C-A602-E105A83F8ED1}" type="presParOf" srcId="{07534A19-EC16-4CA4-B29C-BDB6AA822FF3}" destId="{12D7039D-F39F-4C1C-867F-47AEFA24D39A}" srcOrd="3" destOrd="0" presId="urn:microsoft.com/office/officeart/2018/2/layout/IconVerticalSolidList"/>
    <dgm:cxn modelId="{4E6A9258-0E91-42B2-A0D8-FC1D4542568D}" type="presParOf" srcId="{A05DE699-F67C-43CC-B6CA-A41686BCED60}" destId="{7DD98C80-7840-4AE3-9E37-952F99D42101}" srcOrd="1" destOrd="0" presId="urn:microsoft.com/office/officeart/2018/2/layout/IconVerticalSolidList"/>
    <dgm:cxn modelId="{862ED6CB-3244-4A10-839A-5DA5EF6EE930}" type="presParOf" srcId="{A05DE699-F67C-43CC-B6CA-A41686BCED60}" destId="{2853ADD3-04CF-4563-8956-59C17684EC6C}" srcOrd="2" destOrd="0" presId="urn:microsoft.com/office/officeart/2018/2/layout/IconVerticalSolidList"/>
    <dgm:cxn modelId="{0412EC08-A97E-49C1-A081-766049DF40D8}" type="presParOf" srcId="{2853ADD3-04CF-4563-8956-59C17684EC6C}" destId="{D6365BA3-2B31-44D3-8FBE-92ECF14FF8FD}" srcOrd="0" destOrd="0" presId="urn:microsoft.com/office/officeart/2018/2/layout/IconVerticalSolidList"/>
    <dgm:cxn modelId="{D15B32D5-6AB6-404D-9EAF-47C8CA235560}" type="presParOf" srcId="{2853ADD3-04CF-4563-8956-59C17684EC6C}" destId="{9D684A21-2D7F-42E2-91E8-E5F4602D599B}" srcOrd="1" destOrd="0" presId="urn:microsoft.com/office/officeart/2018/2/layout/IconVerticalSolidList"/>
    <dgm:cxn modelId="{43FEAC2C-CE52-4553-A172-08A4CDDAD254}" type="presParOf" srcId="{2853ADD3-04CF-4563-8956-59C17684EC6C}" destId="{C90E8E1A-CBF8-4D80-951B-843B30C4FB00}" srcOrd="2" destOrd="0" presId="urn:microsoft.com/office/officeart/2018/2/layout/IconVerticalSolidList"/>
    <dgm:cxn modelId="{FBDF9F04-93CE-44DE-8F1B-5A9F5A08A982}" type="presParOf" srcId="{2853ADD3-04CF-4563-8956-59C17684EC6C}" destId="{FE9ECB62-CF19-4362-85B0-30183074FCDB}" srcOrd="3" destOrd="0" presId="urn:microsoft.com/office/officeart/2018/2/layout/IconVerticalSolidList"/>
    <dgm:cxn modelId="{3B8E4230-6963-4C90-8D64-1009A3477F3D}" type="presParOf" srcId="{A05DE699-F67C-43CC-B6CA-A41686BCED60}" destId="{C522FED3-3F7D-49A2-BAF8-A953F3F43F9D}" srcOrd="3" destOrd="0" presId="urn:microsoft.com/office/officeart/2018/2/layout/IconVerticalSolidList"/>
    <dgm:cxn modelId="{A848E8AA-5DD1-48E9-AEA3-F5AE0778D5B9}" type="presParOf" srcId="{A05DE699-F67C-43CC-B6CA-A41686BCED60}" destId="{0CCF97F6-4C36-48AD-B73D-899A12CDB176}" srcOrd="4" destOrd="0" presId="urn:microsoft.com/office/officeart/2018/2/layout/IconVerticalSolidList"/>
    <dgm:cxn modelId="{707FB541-A5D0-4186-9B17-B9B2E417A6E8}" type="presParOf" srcId="{0CCF97F6-4C36-48AD-B73D-899A12CDB176}" destId="{6C564726-06B3-4D3B-934F-CBCD00E8E3CB}" srcOrd="0" destOrd="0" presId="urn:microsoft.com/office/officeart/2018/2/layout/IconVerticalSolidList"/>
    <dgm:cxn modelId="{6727C46C-AB7B-4E0C-B7EF-F84CF785F395}" type="presParOf" srcId="{0CCF97F6-4C36-48AD-B73D-899A12CDB176}" destId="{159DE8C0-C7C7-45C8-B4D2-F54FEB347B75}" srcOrd="1" destOrd="0" presId="urn:microsoft.com/office/officeart/2018/2/layout/IconVerticalSolidList"/>
    <dgm:cxn modelId="{1A510D9D-218B-4E45-BF69-3DC93EB0BE0B}" type="presParOf" srcId="{0CCF97F6-4C36-48AD-B73D-899A12CDB176}" destId="{C4E0E4B1-EECA-44CF-907C-A8B22F08E34D}" srcOrd="2" destOrd="0" presId="urn:microsoft.com/office/officeart/2018/2/layout/IconVerticalSolidList"/>
    <dgm:cxn modelId="{1CD22002-6C82-48AF-AB8C-D53F59BB174B}" type="presParOf" srcId="{0CCF97F6-4C36-48AD-B73D-899A12CDB176}" destId="{A7B04E50-7AC9-4F6D-A613-8C6541519790}" srcOrd="3" destOrd="0" presId="urn:microsoft.com/office/officeart/2018/2/layout/IconVerticalSolidList"/>
    <dgm:cxn modelId="{9971E52D-3BC9-4C95-AA2F-89465D0BB8B9}" type="presParOf" srcId="{A05DE699-F67C-43CC-B6CA-A41686BCED60}" destId="{710E648B-1590-414D-91B3-B98401D1D539}" srcOrd="5" destOrd="0" presId="urn:microsoft.com/office/officeart/2018/2/layout/IconVerticalSolidList"/>
    <dgm:cxn modelId="{BB721567-E3DF-434C-BB0C-0E6C0E992B56}" type="presParOf" srcId="{A05DE699-F67C-43CC-B6CA-A41686BCED60}" destId="{AE22BAB4-5E47-4F44-AD40-DD147BD07804}" srcOrd="6" destOrd="0" presId="urn:microsoft.com/office/officeart/2018/2/layout/IconVerticalSolidList"/>
    <dgm:cxn modelId="{1C7CE386-20F1-4A9F-A832-19EDC642EE0B}" type="presParOf" srcId="{AE22BAB4-5E47-4F44-AD40-DD147BD07804}" destId="{4700A452-04D8-47A2-86A9-A944581BF465}" srcOrd="0" destOrd="0" presId="urn:microsoft.com/office/officeart/2018/2/layout/IconVerticalSolidList"/>
    <dgm:cxn modelId="{A7C84A8D-D7FE-4D7C-9C38-E6EEF665475E}" type="presParOf" srcId="{AE22BAB4-5E47-4F44-AD40-DD147BD07804}" destId="{82CD28CD-404F-4326-AA70-FA32311A6369}" srcOrd="1" destOrd="0" presId="urn:microsoft.com/office/officeart/2018/2/layout/IconVerticalSolidList"/>
    <dgm:cxn modelId="{C4C7272F-37B8-472C-BF92-F07E94057625}" type="presParOf" srcId="{AE22BAB4-5E47-4F44-AD40-DD147BD07804}" destId="{6F95E9F8-470F-4AC7-8B4E-C1758DD9DC38}" srcOrd="2" destOrd="0" presId="urn:microsoft.com/office/officeart/2018/2/layout/IconVerticalSolidList"/>
    <dgm:cxn modelId="{4F05AF53-BE01-4F61-B3CD-EFDC37909042}" type="presParOf" srcId="{AE22BAB4-5E47-4F44-AD40-DD147BD07804}" destId="{942E36EF-CEFE-46CB-B197-B62D80B595C1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8.xml><?xml version="1.0" encoding="utf-8"?>
<dgm:dataModel xmlns:dgm="http://schemas.openxmlformats.org/drawingml/2006/diagram" xmlns:a="http://schemas.openxmlformats.org/drawingml/2006/main">
  <dgm:ptLst>
    <dgm:pt modelId="{8A2F90ED-51D2-496D-B48F-C956F3427B3A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5" csCatId="colorful" phldr="1"/>
      <dgm:spPr/>
      <dgm:t>
        <a:bodyPr/>
        <a:lstStyle/>
        <a:p>
          <a:endParaRPr lang="en-US"/>
        </a:p>
      </dgm:t>
    </dgm:pt>
    <dgm:pt modelId="{2255B096-81EF-4580-BBE9-5855EA69BAF1}">
      <dgm:prSet/>
      <dgm:spPr/>
      <dgm:t>
        <a:bodyPr/>
        <a:lstStyle/>
        <a:p>
          <a:r>
            <a:rPr lang="en-US"/>
            <a:t>• First sequential ensemble model designed specifically for rare disorders.</a:t>
          </a:r>
        </a:p>
      </dgm:t>
    </dgm:pt>
    <dgm:pt modelId="{34F55002-0823-4EA6-B6B0-2C5172CD867E}" type="parTrans" cxnId="{F4B61C16-AF4F-4D6D-A78B-00B1F3130868}">
      <dgm:prSet/>
      <dgm:spPr/>
      <dgm:t>
        <a:bodyPr/>
        <a:lstStyle/>
        <a:p>
          <a:endParaRPr lang="en-US"/>
        </a:p>
      </dgm:t>
    </dgm:pt>
    <dgm:pt modelId="{D9518C22-83F5-4C3E-B59A-9D5E1183148D}" type="sibTrans" cxnId="{F4B61C16-AF4F-4D6D-A78B-00B1F3130868}">
      <dgm:prSet/>
      <dgm:spPr/>
      <dgm:t>
        <a:bodyPr/>
        <a:lstStyle/>
        <a:p>
          <a:endParaRPr lang="en-US"/>
        </a:p>
      </dgm:t>
    </dgm:pt>
    <dgm:pt modelId="{0DF266B3-86BF-4B69-BBA6-3CB7C70EAF8D}">
      <dgm:prSet/>
      <dgm:spPr/>
      <dgm:t>
        <a:bodyPr/>
        <a:lstStyle/>
        <a:p>
          <a:r>
            <a:rPr lang="en-US"/>
            <a:t>• Captures genetic patterns missed by individual algorithms.</a:t>
          </a:r>
        </a:p>
      </dgm:t>
    </dgm:pt>
    <dgm:pt modelId="{B1BDF661-9851-4164-A28E-2A5926969B8C}" type="parTrans" cxnId="{C54C9F64-EBB4-4DCA-A353-8B64C1E1F54F}">
      <dgm:prSet/>
      <dgm:spPr/>
      <dgm:t>
        <a:bodyPr/>
        <a:lstStyle/>
        <a:p>
          <a:endParaRPr lang="en-US"/>
        </a:p>
      </dgm:t>
    </dgm:pt>
    <dgm:pt modelId="{1C554401-43C4-43DE-8320-2EFC6E731DBB}" type="sibTrans" cxnId="{C54C9F64-EBB4-4DCA-A353-8B64C1E1F54F}">
      <dgm:prSet/>
      <dgm:spPr/>
      <dgm:t>
        <a:bodyPr/>
        <a:lstStyle/>
        <a:p>
          <a:endParaRPr lang="en-US"/>
        </a:p>
      </dgm:t>
    </dgm:pt>
    <dgm:pt modelId="{4249E416-1BB2-4BE0-A6D1-7971A41264FF}">
      <dgm:prSet/>
      <dgm:spPr/>
      <dgm:t>
        <a:bodyPr/>
        <a:lstStyle/>
        <a:p>
          <a:r>
            <a:rPr lang="en-US"/>
            <a:t>• Handles imbalanced datasets through specialized preprocessing.</a:t>
          </a:r>
        </a:p>
      </dgm:t>
    </dgm:pt>
    <dgm:pt modelId="{3D071739-746D-419E-B286-4F09C2EDA13D}" type="parTrans" cxnId="{857F4D37-036B-43E2-A321-1BA5F3688226}">
      <dgm:prSet/>
      <dgm:spPr/>
      <dgm:t>
        <a:bodyPr/>
        <a:lstStyle/>
        <a:p>
          <a:endParaRPr lang="en-US"/>
        </a:p>
      </dgm:t>
    </dgm:pt>
    <dgm:pt modelId="{D989CC3C-B8FC-4303-86E3-06D43A0516F0}" type="sibTrans" cxnId="{857F4D37-036B-43E2-A321-1BA5F3688226}">
      <dgm:prSet/>
      <dgm:spPr/>
      <dgm:t>
        <a:bodyPr/>
        <a:lstStyle/>
        <a:p>
          <a:endParaRPr lang="en-US"/>
        </a:p>
      </dgm:t>
    </dgm:pt>
    <dgm:pt modelId="{5CFBCBE3-8BD9-4DBF-9C02-A9E9482DEC77}">
      <dgm:prSet/>
      <dgm:spPr/>
      <dgm:t>
        <a:bodyPr/>
        <a:lstStyle/>
        <a:p>
          <a:r>
            <a:rPr lang="en-US"/>
            <a:t>• Produces interpretable results suitable for clinical use.</a:t>
          </a:r>
        </a:p>
      </dgm:t>
    </dgm:pt>
    <dgm:pt modelId="{C9D7F6BE-6C3E-4554-92B0-5B69D1AD764C}" type="parTrans" cxnId="{1D1F1592-1D04-4AF5-83D7-630E3B2EA4BF}">
      <dgm:prSet/>
      <dgm:spPr/>
      <dgm:t>
        <a:bodyPr/>
        <a:lstStyle/>
        <a:p>
          <a:endParaRPr lang="en-US"/>
        </a:p>
      </dgm:t>
    </dgm:pt>
    <dgm:pt modelId="{747987AB-3C57-45B0-8505-1F4C44B374D7}" type="sibTrans" cxnId="{1D1F1592-1D04-4AF5-83D7-630E3B2EA4BF}">
      <dgm:prSet/>
      <dgm:spPr/>
      <dgm:t>
        <a:bodyPr/>
        <a:lstStyle/>
        <a:p>
          <a:endParaRPr lang="en-US"/>
        </a:p>
      </dgm:t>
    </dgm:pt>
    <dgm:pt modelId="{E22913E0-694F-44E5-A88A-D92209D71AA4}" type="pres">
      <dgm:prSet presAssocID="{8A2F90ED-51D2-496D-B48F-C956F3427B3A}" presName="root" presStyleCnt="0">
        <dgm:presLayoutVars>
          <dgm:dir/>
          <dgm:resizeHandles val="exact"/>
        </dgm:presLayoutVars>
      </dgm:prSet>
      <dgm:spPr/>
    </dgm:pt>
    <dgm:pt modelId="{DF819064-FF1D-47AE-AF46-9F2C4D017B6D}" type="pres">
      <dgm:prSet presAssocID="{2255B096-81EF-4580-BBE9-5855EA69BAF1}" presName="compNode" presStyleCnt="0"/>
      <dgm:spPr/>
    </dgm:pt>
    <dgm:pt modelId="{BEBEEFD9-000C-4E4C-B0FD-10A921EAA8E3}" type="pres">
      <dgm:prSet presAssocID="{2255B096-81EF-4580-BBE9-5855EA69BAF1}" presName="bgRect" presStyleLbl="bgShp" presStyleIdx="0" presStyleCnt="4"/>
      <dgm:spPr/>
    </dgm:pt>
    <dgm:pt modelId="{EB61180C-8321-47C3-B6D2-C82E66C740F2}" type="pres">
      <dgm:prSet presAssocID="{2255B096-81EF-4580-BBE9-5855EA69BAF1}" presName="iconRect" presStyleLbl="nod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Workflow"/>
        </a:ext>
      </dgm:extLst>
    </dgm:pt>
    <dgm:pt modelId="{9F8F9849-8EF0-4C3E-AC47-372B47AE7130}" type="pres">
      <dgm:prSet presAssocID="{2255B096-81EF-4580-BBE9-5855EA69BAF1}" presName="spaceRect" presStyleCnt="0"/>
      <dgm:spPr/>
    </dgm:pt>
    <dgm:pt modelId="{CA4BF01B-45C9-4509-A05B-BD769500F264}" type="pres">
      <dgm:prSet presAssocID="{2255B096-81EF-4580-BBE9-5855EA69BAF1}" presName="parTx" presStyleLbl="revTx" presStyleIdx="0" presStyleCnt="4">
        <dgm:presLayoutVars>
          <dgm:chMax val="0"/>
          <dgm:chPref val="0"/>
        </dgm:presLayoutVars>
      </dgm:prSet>
      <dgm:spPr/>
    </dgm:pt>
    <dgm:pt modelId="{33057CC5-6224-4A7A-94B4-F28D04017FB0}" type="pres">
      <dgm:prSet presAssocID="{D9518C22-83F5-4C3E-B59A-9D5E1183148D}" presName="sibTrans" presStyleCnt="0"/>
      <dgm:spPr/>
    </dgm:pt>
    <dgm:pt modelId="{4C7FA1D8-996E-4A77-BD3E-B2B4534395A1}" type="pres">
      <dgm:prSet presAssocID="{0DF266B3-86BF-4B69-BBA6-3CB7C70EAF8D}" presName="compNode" presStyleCnt="0"/>
      <dgm:spPr/>
    </dgm:pt>
    <dgm:pt modelId="{52268AB6-620C-493F-B436-C845250B76CE}" type="pres">
      <dgm:prSet presAssocID="{0DF266B3-86BF-4B69-BBA6-3CB7C70EAF8D}" presName="bgRect" presStyleLbl="bgShp" presStyleIdx="1" presStyleCnt="4"/>
      <dgm:spPr/>
    </dgm:pt>
    <dgm:pt modelId="{44DD3E1B-02BF-4A84-A292-633190B53B76}" type="pres">
      <dgm:prSet presAssocID="{0DF266B3-86BF-4B69-BBA6-3CB7C70EAF8D}" presName="iconRect" presStyleLbl="node1" presStyleIdx="1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AA4B15AC-D4B2-44EA-8692-057F055D562A}" type="pres">
      <dgm:prSet presAssocID="{0DF266B3-86BF-4B69-BBA6-3CB7C70EAF8D}" presName="spaceRect" presStyleCnt="0"/>
      <dgm:spPr/>
    </dgm:pt>
    <dgm:pt modelId="{43F62438-1E4F-4E66-BAF0-E8FE7C59AFAD}" type="pres">
      <dgm:prSet presAssocID="{0DF266B3-86BF-4B69-BBA6-3CB7C70EAF8D}" presName="parTx" presStyleLbl="revTx" presStyleIdx="1" presStyleCnt="4">
        <dgm:presLayoutVars>
          <dgm:chMax val="0"/>
          <dgm:chPref val="0"/>
        </dgm:presLayoutVars>
      </dgm:prSet>
      <dgm:spPr/>
    </dgm:pt>
    <dgm:pt modelId="{8E4A3253-A57A-47B0-B08B-69334AB3629B}" type="pres">
      <dgm:prSet presAssocID="{1C554401-43C4-43DE-8320-2EFC6E731DBB}" presName="sibTrans" presStyleCnt="0"/>
      <dgm:spPr/>
    </dgm:pt>
    <dgm:pt modelId="{B97F401B-AAA0-4CCF-B626-450FAE5ECA12}" type="pres">
      <dgm:prSet presAssocID="{4249E416-1BB2-4BE0-A6D1-7971A41264FF}" presName="compNode" presStyleCnt="0"/>
      <dgm:spPr/>
    </dgm:pt>
    <dgm:pt modelId="{70765233-055A-471B-B8E3-B7844CA1DFFE}" type="pres">
      <dgm:prSet presAssocID="{4249E416-1BB2-4BE0-A6D1-7971A41264FF}" presName="bgRect" presStyleLbl="bgShp" presStyleIdx="2" presStyleCnt="4"/>
      <dgm:spPr/>
    </dgm:pt>
    <dgm:pt modelId="{864F308D-EB10-4C8F-B1A1-AC2B57CC81DE}" type="pres">
      <dgm:prSet presAssocID="{4249E416-1BB2-4BE0-A6D1-7971A41264FF}" presName="iconRect" presStyleLbl="node1" presStyleIdx="2" presStyleCnt="4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B6DF1CF7-960B-4A2F-AE49-836C301489DB}" type="pres">
      <dgm:prSet presAssocID="{4249E416-1BB2-4BE0-A6D1-7971A41264FF}" presName="spaceRect" presStyleCnt="0"/>
      <dgm:spPr/>
    </dgm:pt>
    <dgm:pt modelId="{8CE1B8A6-36C3-4641-BEBE-8E4627AB5F7C}" type="pres">
      <dgm:prSet presAssocID="{4249E416-1BB2-4BE0-A6D1-7971A41264FF}" presName="parTx" presStyleLbl="revTx" presStyleIdx="2" presStyleCnt="4">
        <dgm:presLayoutVars>
          <dgm:chMax val="0"/>
          <dgm:chPref val="0"/>
        </dgm:presLayoutVars>
      </dgm:prSet>
      <dgm:spPr/>
    </dgm:pt>
    <dgm:pt modelId="{EFD25B7D-82DA-4479-910B-A7B3E7C1B05B}" type="pres">
      <dgm:prSet presAssocID="{D989CC3C-B8FC-4303-86E3-06D43A0516F0}" presName="sibTrans" presStyleCnt="0"/>
      <dgm:spPr/>
    </dgm:pt>
    <dgm:pt modelId="{199E1031-44CA-4E12-B306-CC70362D9B1C}" type="pres">
      <dgm:prSet presAssocID="{5CFBCBE3-8BD9-4DBF-9C02-A9E9482DEC77}" presName="compNode" presStyleCnt="0"/>
      <dgm:spPr/>
    </dgm:pt>
    <dgm:pt modelId="{15D50CC1-D8DF-4DFC-925F-41EA172D7401}" type="pres">
      <dgm:prSet presAssocID="{5CFBCBE3-8BD9-4DBF-9C02-A9E9482DEC77}" presName="bgRect" presStyleLbl="bgShp" presStyleIdx="3" presStyleCnt="4"/>
      <dgm:spPr/>
    </dgm:pt>
    <dgm:pt modelId="{73A4636B-0DE7-45A0-848F-4919652FAFB6}" type="pres">
      <dgm:prSet presAssocID="{5CFBCBE3-8BD9-4DBF-9C02-A9E9482DEC77}" presName="iconRect" presStyleLbl="node1" presStyleIdx="3" presStyleCnt="4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Research"/>
        </a:ext>
      </dgm:extLst>
    </dgm:pt>
    <dgm:pt modelId="{1D44D693-411E-49AC-BB1D-A109E536D1C7}" type="pres">
      <dgm:prSet presAssocID="{5CFBCBE3-8BD9-4DBF-9C02-A9E9482DEC77}" presName="spaceRect" presStyleCnt="0"/>
      <dgm:spPr/>
    </dgm:pt>
    <dgm:pt modelId="{8F7C198A-617F-4974-9166-8B151E419D86}" type="pres">
      <dgm:prSet presAssocID="{5CFBCBE3-8BD9-4DBF-9C02-A9E9482DEC77}" presName="parTx" presStyleLbl="revTx" presStyleIdx="3" presStyleCnt="4">
        <dgm:presLayoutVars>
          <dgm:chMax val="0"/>
          <dgm:chPref val="0"/>
        </dgm:presLayoutVars>
      </dgm:prSet>
      <dgm:spPr/>
    </dgm:pt>
  </dgm:ptLst>
  <dgm:cxnLst>
    <dgm:cxn modelId="{F4B61C16-AF4F-4D6D-A78B-00B1F3130868}" srcId="{8A2F90ED-51D2-496D-B48F-C956F3427B3A}" destId="{2255B096-81EF-4580-BBE9-5855EA69BAF1}" srcOrd="0" destOrd="0" parTransId="{34F55002-0823-4EA6-B6B0-2C5172CD867E}" sibTransId="{D9518C22-83F5-4C3E-B59A-9D5E1183148D}"/>
    <dgm:cxn modelId="{857F4D37-036B-43E2-A321-1BA5F3688226}" srcId="{8A2F90ED-51D2-496D-B48F-C956F3427B3A}" destId="{4249E416-1BB2-4BE0-A6D1-7971A41264FF}" srcOrd="2" destOrd="0" parTransId="{3D071739-746D-419E-B286-4F09C2EDA13D}" sibTransId="{D989CC3C-B8FC-4303-86E3-06D43A0516F0}"/>
    <dgm:cxn modelId="{6A6AE538-6045-4FFA-9467-28E18F262A8B}" type="presOf" srcId="{2255B096-81EF-4580-BBE9-5855EA69BAF1}" destId="{CA4BF01B-45C9-4509-A05B-BD769500F264}" srcOrd="0" destOrd="0" presId="urn:microsoft.com/office/officeart/2018/2/layout/IconVerticalSolidList"/>
    <dgm:cxn modelId="{5DEC4E61-9230-4B92-BA8A-16C629A3C730}" type="presOf" srcId="{5CFBCBE3-8BD9-4DBF-9C02-A9E9482DEC77}" destId="{8F7C198A-617F-4974-9166-8B151E419D86}" srcOrd="0" destOrd="0" presId="urn:microsoft.com/office/officeart/2018/2/layout/IconVerticalSolidList"/>
    <dgm:cxn modelId="{C54C9F64-EBB4-4DCA-A353-8B64C1E1F54F}" srcId="{8A2F90ED-51D2-496D-B48F-C956F3427B3A}" destId="{0DF266B3-86BF-4B69-BBA6-3CB7C70EAF8D}" srcOrd="1" destOrd="0" parTransId="{B1BDF661-9851-4164-A28E-2A5926969B8C}" sibTransId="{1C554401-43C4-43DE-8320-2EFC6E731DBB}"/>
    <dgm:cxn modelId="{70ACBB8D-3FBA-42F1-A665-C3EAD9193816}" type="presOf" srcId="{0DF266B3-86BF-4B69-BBA6-3CB7C70EAF8D}" destId="{43F62438-1E4F-4E66-BAF0-E8FE7C59AFAD}" srcOrd="0" destOrd="0" presId="urn:microsoft.com/office/officeart/2018/2/layout/IconVerticalSolidList"/>
    <dgm:cxn modelId="{1D1F1592-1D04-4AF5-83D7-630E3B2EA4BF}" srcId="{8A2F90ED-51D2-496D-B48F-C956F3427B3A}" destId="{5CFBCBE3-8BD9-4DBF-9C02-A9E9482DEC77}" srcOrd="3" destOrd="0" parTransId="{C9D7F6BE-6C3E-4554-92B0-5B69D1AD764C}" sibTransId="{747987AB-3C57-45B0-8505-1F4C44B374D7}"/>
    <dgm:cxn modelId="{42F69DBC-7B9F-4D25-B9EF-BA06E4B69528}" type="presOf" srcId="{8A2F90ED-51D2-496D-B48F-C956F3427B3A}" destId="{E22913E0-694F-44E5-A88A-D92209D71AA4}" srcOrd="0" destOrd="0" presId="urn:microsoft.com/office/officeart/2018/2/layout/IconVerticalSolidList"/>
    <dgm:cxn modelId="{4E0DCDFB-C6E7-47FC-B29D-26A164CDE626}" type="presOf" srcId="{4249E416-1BB2-4BE0-A6D1-7971A41264FF}" destId="{8CE1B8A6-36C3-4641-BEBE-8E4627AB5F7C}" srcOrd="0" destOrd="0" presId="urn:microsoft.com/office/officeart/2018/2/layout/IconVerticalSolidList"/>
    <dgm:cxn modelId="{4979082C-2F93-4DF1-83BE-A98258B82BE7}" type="presParOf" srcId="{E22913E0-694F-44E5-A88A-D92209D71AA4}" destId="{DF819064-FF1D-47AE-AF46-9F2C4D017B6D}" srcOrd="0" destOrd="0" presId="urn:microsoft.com/office/officeart/2018/2/layout/IconVerticalSolidList"/>
    <dgm:cxn modelId="{4DAAE49B-D087-4A5D-9ECF-E3AF22D92B1A}" type="presParOf" srcId="{DF819064-FF1D-47AE-AF46-9F2C4D017B6D}" destId="{BEBEEFD9-000C-4E4C-B0FD-10A921EAA8E3}" srcOrd="0" destOrd="0" presId="urn:microsoft.com/office/officeart/2018/2/layout/IconVerticalSolidList"/>
    <dgm:cxn modelId="{6C586C58-4B87-466D-9DDA-F7BCF65F51BB}" type="presParOf" srcId="{DF819064-FF1D-47AE-AF46-9F2C4D017B6D}" destId="{EB61180C-8321-47C3-B6D2-C82E66C740F2}" srcOrd="1" destOrd="0" presId="urn:microsoft.com/office/officeart/2018/2/layout/IconVerticalSolidList"/>
    <dgm:cxn modelId="{A8193B29-03F8-425C-B452-FFF2C49475FB}" type="presParOf" srcId="{DF819064-FF1D-47AE-AF46-9F2C4D017B6D}" destId="{9F8F9849-8EF0-4C3E-AC47-372B47AE7130}" srcOrd="2" destOrd="0" presId="urn:microsoft.com/office/officeart/2018/2/layout/IconVerticalSolidList"/>
    <dgm:cxn modelId="{3BD09234-037D-4C43-BF4E-E66050BDAA72}" type="presParOf" srcId="{DF819064-FF1D-47AE-AF46-9F2C4D017B6D}" destId="{CA4BF01B-45C9-4509-A05B-BD769500F264}" srcOrd="3" destOrd="0" presId="urn:microsoft.com/office/officeart/2018/2/layout/IconVerticalSolidList"/>
    <dgm:cxn modelId="{937C4989-40AE-4289-B772-DAF49A26CA33}" type="presParOf" srcId="{E22913E0-694F-44E5-A88A-D92209D71AA4}" destId="{33057CC5-6224-4A7A-94B4-F28D04017FB0}" srcOrd="1" destOrd="0" presId="urn:microsoft.com/office/officeart/2018/2/layout/IconVerticalSolidList"/>
    <dgm:cxn modelId="{2DC1CF4D-01AC-4B80-AA11-4F83D220594F}" type="presParOf" srcId="{E22913E0-694F-44E5-A88A-D92209D71AA4}" destId="{4C7FA1D8-996E-4A77-BD3E-B2B4534395A1}" srcOrd="2" destOrd="0" presId="urn:microsoft.com/office/officeart/2018/2/layout/IconVerticalSolidList"/>
    <dgm:cxn modelId="{FDD879DD-1C0B-4C35-8981-A00439F415E7}" type="presParOf" srcId="{4C7FA1D8-996E-4A77-BD3E-B2B4534395A1}" destId="{52268AB6-620C-493F-B436-C845250B76CE}" srcOrd="0" destOrd="0" presId="urn:microsoft.com/office/officeart/2018/2/layout/IconVerticalSolidList"/>
    <dgm:cxn modelId="{179BE88E-533E-4593-8D68-CA44226D470F}" type="presParOf" srcId="{4C7FA1D8-996E-4A77-BD3E-B2B4534395A1}" destId="{44DD3E1B-02BF-4A84-A292-633190B53B76}" srcOrd="1" destOrd="0" presId="urn:microsoft.com/office/officeart/2018/2/layout/IconVerticalSolidList"/>
    <dgm:cxn modelId="{4463CEB1-B08F-4967-A5CE-DE6B1AA4EA6B}" type="presParOf" srcId="{4C7FA1D8-996E-4A77-BD3E-B2B4534395A1}" destId="{AA4B15AC-D4B2-44EA-8692-057F055D562A}" srcOrd="2" destOrd="0" presId="urn:microsoft.com/office/officeart/2018/2/layout/IconVerticalSolidList"/>
    <dgm:cxn modelId="{B39B0758-0D70-4F40-88A8-5F94023AED34}" type="presParOf" srcId="{4C7FA1D8-996E-4A77-BD3E-B2B4534395A1}" destId="{43F62438-1E4F-4E66-BAF0-E8FE7C59AFAD}" srcOrd="3" destOrd="0" presId="urn:microsoft.com/office/officeart/2018/2/layout/IconVerticalSolidList"/>
    <dgm:cxn modelId="{EE9D7113-903C-4153-B667-0397F7A7F86A}" type="presParOf" srcId="{E22913E0-694F-44E5-A88A-D92209D71AA4}" destId="{8E4A3253-A57A-47B0-B08B-69334AB3629B}" srcOrd="3" destOrd="0" presId="urn:microsoft.com/office/officeart/2018/2/layout/IconVerticalSolidList"/>
    <dgm:cxn modelId="{FC46068F-66ED-45E0-8813-E3DC246865BE}" type="presParOf" srcId="{E22913E0-694F-44E5-A88A-D92209D71AA4}" destId="{B97F401B-AAA0-4CCF-B626-450FAE5ECA12}" srcOrd="4" destOrd="0" presId="urn:microsoft.com/office/officeart/2018/2/layout/IconVerticalSolidList"/>
    <dgm:cxn modelId="{6A397DE2-0A95-4F92-B28F-FA9190099EE4}" type="presParOf" srcId="{B97F401B-AAA0-4CCF-B626-450FAE5ECA12}" destId="{70765233-055A-471B-B8E3-B7844CA1DFFE}" srcOrd="0" destOrd="0" presId="urn:microsoft.com/office/officeart/2018/2/layout/IconVerticalSolidList"/>
    <dgm:cxn modelId="{0787D4ED-95AB-42C4-8D78-44467F367CDA}" type="presParOf" srcId="{B97F401B-AAA0-4CCF-B626-450FAE5ECA12}" destId="{864F308D-EB10-4C8F-B1A1-AC2B57CC81DE}" srcOrd="1" destOrd="0" presId="urn:microsoft.com/office/officeart/2018/2/layout/IconVerticalSolidList"/>
    <dgm:cxn modelId="{0CC227AF-91C8-4996-8896-4F756BAA0A32}" type="presParOf" srcId="{B97F401B-AAA0-4CCF-B626-450FAE5ECA12}" destId="{B6DF1CF7-960B-4A2F-AE49-836C301489DB}" srcOrd="2" destOrd="0" presId="urn:microsoft.com/office/officeart/2018/2/layout/IconVerticalSolidList"/>
    <dgm:cxn modelId="{26D75FF9-9B75-4286-80E0-026AE114233C}" type="presParOf" srcId="{B97F401B-AAA0-4CCF-B626-450FAE5ECA12}" destId="{8CE1B8A6-36C3-4641-BEBE-8E4627AB5F7C}" srcOrd="3" destOrd="0" presId="urn:microsoft.com/office/officeart/2018/2/layout/IconVerticalSolidList"/>
    <dgm:cxn modelId="{6B83184E-E5BD-473C-B5E0-14C00F8493BC}" type="presParOf" srcId="{E22913E0-694F-44E5-A88A-D92209D71AA4}" destId="{EFD25B7D-82DA-4479-910B-A7B3E7C1B05B}" srcOrd="5" destOrd="0" presId="urn:microsoft.com/office/officeart/2018/2/layout/IconVerticalSolidList"/>
    <dgm:cxn modelId="{A9F52F55-18A3-4DF0-B75D-DCED3C1A2C28}" type="presParOf" srcId="{E22913E0-694F-44E5-A88A-D92209D71AA4}" destId="{199E1031-44CA-4E12-B306-CC70362D9B1C}" srcOrd="6" destOrd="0" presId="urn:microsoft.com/office/officeart/2018/2/layout/IconVerticalSolidList"/>
    <dgm:cxn modelId="{7C28F430-F835-4C8B-8405-0ED883724623}" type="presParOf" srcId="{199E1031-44CA-4E12-B306-CC70362D9B1C}" destId="{15D50CC1-D8DF-4DFC-925F-41EA172D7401}" srcOrd="0" destOrd="0" presId="urn:microsoft.com/office/officeart/2018/2/layout/IconVerticalSolidList"/>
    <dgm:cxn modelId="{F13EB287-2C2C-434D-88F4-545908865C98}" type="presParOf" srcId="{199E1031-44CA-4E12-B306-CC70362D9B1C}" destId="{73A4636B-0DE7-45A0-848F-4919652FAFB6}" srcOrd="1" destOrd="0" presId="urn:microsoft.com/office/officeart/2018/2/layout/IconVerticalSolidList"/>
    <dgm:cxn modelId="{B97EFBDC-734B-4863-A8F8-1A0BB2B9F450}" type="presParOf" srcId="{199E1031-44CA-4E12-B306-CC70362D9B1C}" destId="{1D44D693-411E-49AC-BB1D-A109E536D1C7}" srcOrd="2" destOrd="0" presId="urn:microsoft.com/office/officeart/2018/2/layout/IconVerticalSolidList"/>
    <dgm:cxn modelId="{8B3D4A55-57D2-4A30-ABAF-62228AC309A4}" type="presParOf" srcId="{199E1031-44CA-4E12-B306-CC70362D9B1C}" destId="{8F7C198A-617F-4974-9166-8B151E419D86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9.xml><?xml version="1.0" encoding="utf-8"?>
<dgm:dataModel xmlns:dgm="http://schemas.openxmlformats.org/drawingml/2006/diagram" xmlns:a="http://schemas.openxmlformats.org/drawingml/2006/main">
  <dgm:ptLst>
    <dgm:pt modelId="{AF5F4FEC-3E7B-48FA-B4AE-06C61FD628B8}" type="doc">
      <dgm:prSet loTypeId="urn:microsoft.com/office/officeart/2005/8/layout/process4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0BF7EBFB-C936-4A7D-B2D7-2ECD8924815D}">
      <dgm:prSet/>
      <dgm:spPr/>
      <dgm:t>
        <a:bodyPr/>
        <a:lstStyle/>
        <a:p>
          <a:r>
            <a:rPr lang="en-US"/>
            <a:t>• Shows 92% agreement with diagnosis from experienced geneticists.</a:t>
          </a:r>
        </a:p>
      </dgm:t>
    </dgm:pt>
    <dgm:pt modelId="{1F0DD2FC-889B-4102-B05B-1FF0651D6941}" type="parTrans" cxnId="{E1F78A29-A1F6-4A9F-B0F2-EFCBA2636CC6}">
      <dgm:prSet/>
      <dgm:spPr/>
      <dgm:t>
        <a:bodyPr/>
        <a:lstStyle/>
        <a:p>
          <a:endParaRPr lang="en-US"/>
        </a:p>
      </dgm:t>
    </dgm:pt>
    <dgm:pt modelId="{9B8F282B-7658-4805-B7AD-14C00A9FC016}" type="sibTrans" cxnId="{E1F78A29-A1F6-4A9F-B0F2-EFCBA2636CC6}">
      <dgm:prSet/>
      <dgm:spPr/>
      <dgm:t>
        <a:bodyPr/>
        <a:lstStyle/>
        <a:p>
          <a:endParaRPr lang="en-US"/>
        </a:p>
      </dgm:t>
    </dgm:pt>
    <dgm:pt modelId="{53134113-962D-471C-B314-AEF997683F34}">
      <dgm:prSet/>
      <dgm:spPr/>
      <dgm:t>
        <a:bodyPr/>
        <a:lstStyle/>
        <a:p>
          <a:r>
            <a:rPr lang="en-US"/>
            <a:t>• Demonstrates reliability in real-world clinical settings.</a:t>
          </a:r>
        </a:p>
      </dgm:t>
    </dgm:pt>
    <dgm:pt modelId="{AA0D095C-FEBA-4AED-AAE5-9D7D9B3415FB}" type="parTrans" cxnId="{8F270D51-A227-4BE2-95E4-2CF1EE5EC7DE}">
      <dgm:prSet/>
      <dgm:spPr/>
      <dgm:t>
        <a:bodyPr/>
        <a:lstStyle/>
        <a:p>
          <a:endParaRPr lang="en-US"/>
        </a:p>
      </dgm:t>
    </dgm:pt>
    <dgm:pt modelId="{0D9C4BC6-A5BC-48AF-BF66-C7D96C53E48E}" type="sibTrans" cxnId="{8F270D51-A227-4BE2-95E4-2CF1EE5EC7DE}">
      <dgm:prSet/>
      <dgm:spPr/>
      <dgm:t>
        <a:bodyPr/>
        <a:lstStyle/>
        <a:p>
          <a:endParaRPr lang="en-US"/>
        </a:p>
      </dgm:t>
    </dgm:pt>
    <dgm:pt modelId="{B1D23C11-3F84-4169-B4BE-1263D8B57BEA}">
      <dgm:prSet/>
      <dgm:spPr/>
      <dgm:t>
        <a:bodyPr/>
        <a:lstStyle/>
        <a:p>
          <a:r>
            <a:rPr lang="en-US"/>
            <a:t>• Enables early preventive measures that can slow or prevent disease progression.</a:t>
          </a:r>
        </a:p>
      </dgm:t>
    </dgm:pt>
    <dgm:pt modelId="{B9C894A5-3D3C-437A-97A7-17531DA40120}" type="parTrans" cxnId="{B404ED97-6126-42B2-B875-687A2125AB68}">
      <dgm:prSet/>
      <dgm:spPr/>
      <dgm:t>
        <a:bodyPr/>
        <a:lstStyle/>
        <a:p>
          <a:endParaRPr lang="en-US"/>
        </a:p>
      </dgm:t>
    </dgm:pt>
    <dgm:pt modelId="{D004D762-AC77-431E-A489-3982B56C3275}" type="sibTrans" cxnId="{B404ED97-6126-42B2-B875-687A2125AB68}">
      <dgm:prSet/>
      <dgm:spPr/>
      <dgm:t>
        <a:bodyPr/>
        <a:lstStyle/>
        <a:p>
          <a:endParaRPr lang="en-US"/>
        </a:p>
      </dgm:t>
    </dgm:pt>
    <dgm:pt modelId="{C4E2AEC9-D7C8-4BA2-89FC-F89849984796}" type="pres">
      <dgm:prSet presAssocID="{AF5F4FEC-3E7B-48FA-B4AE-06C61FD628B8}" presName="Name0" presStyleCnt="0">
        <dgm:presLayoutVars>
          <dgm:dir/>
          <dgm:animLvl val="lvl"/>
          <dgm:resizeHandles val="exact"/>
        </dgm:presLayoutVars>
      </dgm:prSet>
      <dgm:spPr/>
    </dgm:pt>
    <dgm:pt modelId="{9C2BEA82-895B-4A4B-93D8-05AB2DA6B3F8}" type="pres">
      <dgm:prSet presAssocID="{B1D23C11-3F84-4169-B4BE-1263D8B57BEA}" presName="boxAndChildren" presStyleCnt="0"/>
      <dgm:spPr/>
    </dgm:pt>
    <dgm:pt modelId="{133109D3-E677-447D-B256-6735F312DE3F}" type="pres">
      <dgm:prSet presAssocID="{B1D23C11-3F84-4169-B4BE-1263D8B57BEA}" presName="parentTextBox" presStyleLbl="node1" presStyleIdx="0" presStyleCnt="3"/>
      <dgm:spPr/>
    </dgm:pt>
    <dgm:pt modelId="{EC89703A-5F17-4E84-B50D-CA5D70E7E7FB}" type="pres">
      <dgm:prSet presAssocID="{0D9C4BC6-A5BC-48AF-BF66-C7D96C53E48E}" presName="sp" presStyleCnt="0"/>
      <dgm:spPr/>
    </dgm:pt>
    <dgm:pt modelId="{DFB2673C-76B4-44EA-9FA1-F8C6874C105D}" type="pres">
      <dgm:prSet presAssocID="{53134113-962D-471C-B314-AEF997683F34}" presName="arrowAndChildren" presStyleCnt="0"/>
      <dgm:spPr/>
    </dgm:pt>
    <dgm:pt modelId="{D7C0E982-0616-4AC6-934D-373556214BAE}" type="pres">
      <dgm:prSet presAssocID="{53134113-962D-471C-B314-AEF997683F34}" presName="parentTextArrow" presStyleLbl="node1" presStyleIdx="1" presStyleCnt="3"/>
      <dgm:spPr/>
    </dgm:pt>
    <dgm:pt modelId="{D610C7F5-D935-4F41-A648-9B402D2082EC}" type="pres">
      <dgm:prSet presAssocID="{9B8F282B-7658-4805-B7AD-14C00A9FC016}" presName="sp" presStyleCnt="0"/>
      <dgm:spPr/>
    </dgm:pt>
    <dgm:pt modelId="{85E539BA-BF53-4C9C-BF63-46F967D1F345}" type="pres">
      <dgm:prSet presAssocID="{0BF7EBFB-C936-4A7D-B2D7-2ECD8924815D}" presName="arrowAndChildren" presStyleCnt="0"/>
      <dgm:spPr/>
    </dgm:pt>
    <dgm:pt modelId="{62B394D0-A95A-496A-A996-B0DA6C363816}" type="pres">
      <dgm:prSet presAssocID="{0BF7EBFB-C936-4A7D-B2D7-2ECD8924815D}" presName="parentTextArrow" presStyleLbl="node1" presStyleIdx="2" presStyleCnt="3"/>
      <dgm:spPr/>
    </dgm:pt>
  </dgm:ptLst>
  <dgm:cxnLst>
    <dgm:cxn modelId="{F09DF022-96D6-440D-B2DF-B9FE4E4D3494}" type="presOf" srcId="{0BF7EBFB-C936-4A7D-B2D7-2ECD8924815D}" destId="{62B394D0-A95A-496A-A996-B0DA6C363816}" srcOrd="0" destOrd="0" presId="urn:microsoft.com/office/officeart/2005/8/layout/process4"/>
    <dgm:cxn modelId="{E1F78A29-A1F6-4A9F-B0F2-EFCBA2636CC6}" srcId="{AF5F4FEC-3E7B-48FA-B4AE-06C61FD628B8}" destId="{0BF7EBFB-C936-4A7D-B2D7-2ECD8924815D}" srcOrd="0" destOrd="0" parTransId="{1F0DD2FC-889B-4102-B05B-1FF0651D6941}" sibTransId="{9B8F282B-7658-4805-B7AD-14C00A9FC016}"/>
    <dgm:cxn modelId="{A721B266-67AB-4E68-A9E3-31892C30AF6B}" type="presOf" srcId="{B1D23C11-3F84-4169-B4BE-1263D8B57BEA}" destId="{133109D3-E677-447D-B256-6735F312DE3F}" srcOrd="0" destOrd="0" presId="urn:microsoft.com/office/officeart/2005/8/layout/process4"/>
    <dgm:cxn modelId="{760BB24B-2439-4AE7-ACE9-AC6EA2A2D708}" type="presOf" srcId="{AF5F4FEC-3E7B-48FA-B4AE-06C61FD628B8}" destId="{C4E2AEC9-D7C8-4BA2-89FC-F89849984796}" srcOrd="0" destOrd="0" presId="urn:microsoft.com/office/officeart/2005/8/layout/process4"/>
    <dgm:cxn modelId="{8F270D51-A227-4BE2-95E4-2CF1EE5EC7DE}" srcId="{AF5F4FEC-3E7B-48FA-B4AE-06C61FD628B8}" destId="{53134113-962D-471C-B314-AEF997683F34}" srcOrd="1" destOrd="0" parTransId="{AA0D095C-FEBA-4AED-AAE5-9D7D9B3415FB}" sibTransId="{0D9C4BC6-A5BC-48AF-BF66-C7D96C53E48E}"/>
    <dgm:cxn modelId="{B404ED97-6126-42B2-B875-687A2125AB68}" srcId="{AF5F4FEC-3E7B-48FA-B4AE-06C61FD628B8}" destId="{B1D23C11-3F84-4169-B4BE-1263D8B57BEA}" srcOrd="2" destOrd="0" parTransId="{B9C894A5-3D3C-437A-97A7-17531DA40120}" sibTransId="{D004D762-AC77-431E-A489-3982B56C3275}"/>
    <dgm:cxn modelId="{4C65A2B2-142C-4EE6-BBBA-A27D7D8B1F64}" type="presOf" srcId="{53134113-962D-471C-B314-AEF997683F34}" destId="{D7C0E982-0616-4AC6-934D-373556214BAE}" srcOrd="0" destOrd="0" presId="urn:microsoft.com/office/officeart/2005/8/layout/process4"/>
    <dgm:cxn modelId="{1641523B-1F4D-4758-8CC0-9FE27759ECBC}" type="presParOf" srcId="{C4E2AEC9-D7C8-4BA2-89FC-F89849984796}" destId="{9C2BEA82-895B-4A4B-93D8-05AB2DA6B3F8}" srcOrd="0" destOrd="0" presId="urn:microsoft.com/office/officeart/2005/8/layout/process4"/>
    <dgm:cxn modelId="{6E7B85CA-3A88-43B2-9CD2-7D7AA9812C5E}" type="presParOf" srcId="{9C2BEA82-895B-4A4B-93D8-05AB2DA6B3F8}" destId="{133109D3-E677-447D-B256-6735F312DE3F}" srcOrd="0" destOrd="0" presId="urn:microsoft.com/office/officeart/2005/8/layout/process4"/>
    <dgm:cxn modelId="{C60B1068-426F-47F7-8EE6-4B95B7B0F0C3}" type="presParOf" srcId="{C4E2AEC9-D7C8-4BA2-89FC-F89849984796}" destId="{EC89703A-5F17-4E84-B50D-CA5D70E7E7FB}" srcOrd="1" destOrd="0" presId="urn:microsoft.com/office/officeart/2005/8/layout/process4"/>
    <dgm:cxn modelId="{F161267D-D629-497B-A213-6D127293CB68}" type="presParOf" srcId="{C4E2AEC9-D7C8-4BA2-89FC-F89849984796}" destId="{DFB2673C-76B4-44EA-9FA1-F8C6874C105D}" srcOrd="2" destOrd="0" presId="urn:microsoft.com/office/officeart/2005/8/layout/process4"/>
    <dgm:cxn modelId="{557940CE-382D-4486-84D2-4DB03BB89E97}" type="presParOf" srcId="{DFB2673C-76B4-44EA-9FA1-F8C6874C105D}" destId="{D7C0E982-0616-4AC6-934D-373556214BAE}" srcOrd="0" destOrd="0" presId="urn:microsoft.com/office/officeart/2005/8/layout/process4"/>
    <dgm:cxn modelId="{8B950B81-3E1D-4CA0-9C81-E860A16CA449}" type="presParOf" srcId="{C4E2AEC9-D7C8-4BA2-89FC-F89849984796}" destId="{D610C7F5-D935-4F41-A648-9B402D2082EC}" srcOrd="3" destOrd="0" presId="urn:microsoft.com/office/officeart/2005/8/layout/process4"/>
    <dgm:cxn modelId="{8388EECB-4332-46CE-9429-4243CCC52E60}" type="presParOf" srcId="{C4E2AEC9-D7C8-4BA2-89FC-F89849984796}" destId="{85E539BA-BF53-4C9C-BF63-46F967D1F345}" srcOrd="4" destOrd="0" presId="urn:microsoft.com/office/officeart/2005/8/layout/process4"/>
    <dgm:cxn modelId="{AF4229C0-A0D0-4384-BDEC-8BA8BB070527}" type="presParOf" srcId="{85E539BA-BF53-4C9C-BF63-46F967D1F345}" destId="{62B394D0-A95A-496A-A996-B0DA6C363816}" srcOrd="0" destOrd="0" presId="urn:microsoft.com/office/officeart/2005/8/layout/process4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0.xml><?xml version="1.0" encoding="utf-8"?>
<dgm:dataModel xmlns:dgm="http://schemas.openxmlformats.org/drawingml/2006/diagram" xmlns:a="http://schemas.openxmlformats.org/drawingml/2006/main">
  <dgm:ptLst>
    <dgm:pt modelId="{FA4F9399-AD32-4713-A8D9-FD242992BB44}" type="doc">
      <dgm:prSet loTypeId="urn:microsoft.com/office/officeart/2005/8/layout/matrix3" loCatId="matrix" qsTypeId="urn:microsoft.com/office/officeart/2005/8/quickstyle/simple1" qsCatId="simple" csTypeId="urn:microsoft.com/office/officeart/2005/8/colors/colorful1" csCatId="colorful"/>
      <dgm:spPr/>
      <dgm:t>
        <a:bodyPr/>
        <a:lstStyle/>
        <a:p>
          <a:endParaRPr lang="en-US"/>
        </a:p>
      </dgm:t>
    </dgm:pt>
    <dgm:pt modelId="{B572F9FF-8837-48B6-AB12-1EC9517B9DD7}">
      <dgm:prSet/>
      <dgm:spPr/>
      <dgm:t>
        <a:bodyPr/>
        <a:lstStyle/>
        <a:p>
          <a:r>
            <a:rPr lang="en-US"/>
            <a:t>• Chain Classifier significantly improves genetic disorder classification accuracy.</a:t>
          </a:r>
        </a:p>
      </dgm:t>
    </dgm:pt>
    <dgm:pt modelId="{753ED185-6DF6-4808-87ED-2B1F32B1FD89}" type="parTrans" cxnId="{5BE1A13E-1473-43F4-A33F-E141E631BFC7}">
      <dgm:prSet/>
      <dgm:spPr/>
      <dgm:t>
        <a:bodyPr/>
        <a:lstStyle/>
        <a:p>
          <a:endParaRPr lang="en-US"/>
        </a:p>
      </dgm:t>
    </dgm:pt>
    <dgm:pt modelId="{21403CC4-7D54-4645-9219-088F97902183}" type="sibTrans" cxnId="{5BE1A13E-1473-43F4-A33F-E141E631BFC7}">
      <dgm:prSet/>
      <dgm:spPr/>
      <dgm:t>
        <a:bodyPr/>
        <a:lstStyle/>
        <a:p>
          <a:endParaRPr lang="en-US"/>
        </a:p>
      </dgm:t>
    </dgm:pt>
    <dgm:pt modelId="{64203FA1-FEFB-4040-8AF3-3BD76049D61A}">
      <dgm:prSet/>
      <dgm:spPr/>
      <dgm:t>
        <a:bodyPr/>
        <a:lstStyle/>
        <a:p>
          <a:r>
            <a:rPr lang="en-US"/>
            <a:t>• Helps transition healthcare from reactive to proactive.</a:t>
          </a:r>
        </a:p>
      </dgm:t>
    </dgm:pt>
    <dgm:pt modelId="{2F226022-CD5A-426C-B7CD-D065095352B1}" type="parTrans" cxnId="{78DC3122-F578-426C-895F-D222E0C5BBCE}">
      <dgm:prSet/>
      <dgm:spPr/>
      <dgm:t>
        <a:bodyPr/>
        <a:lstStyle/>
        <a:p>
          <a:endParaRPr lang="en-US"/>
        </a:p>
      </dgm:t>
    </dgm:pt>
    <dgm:pt modelId="{162C808B-6E45-4497-B160-C0A5DDFA18BE}" type="sibTrans" cxnId="{78DC3122-F578-426C-895F-D222E0C5BBCE}">
      <dgm:prSet/>
      <dgm:spPr/>
      <dgm:t>
        <a:bodyPr/>
        <a:lstStyle/>
        <a:p>
          <a:endParaRPr lang="en-US"/>
        </a:p>
      </dgm:t>
    </dgm:pt>
    <dgm:pt modelId="{E29D733F-850C-4D32-9E1A-2CF872285B35}">
      <dgm:prSet/>
      <dgm:spPr/>
      <dgm:t>
        <a:bodyPr/>
        <a:lstStyle/>
        <a:p>
          <a:r>
            <a:rPr lang="en-US"/>
            <a:t>• Scalable for hospitals and population screening.</a:t>
          </a:r>
        </a:p>
      </dgm:t>
    </dgm:pt>
    <dgm:pt modelId="{1C05EA5F-73A7-4C62-98FA-21655AFF7009}" type="parTrans" cxnId="{2846F430-0B08-4379-A16A-36635448C719}">
      <dgm:prSet/>
      <dgm:spPr/>
      <dgm:t>
        <a:bodyPr/>
        <a:lstStyle/>
        <a:p>
          <a:endParaRPr lang="en-US"/>
        </a:p>
      </dgm:t>
    </dgm:pt>
    <dgm:pt modelId="{97C64F03-669F-4850-9DCE-840A2D5A3723}" type="sibTrans" cxnId="{2846F430-0B08-4379-A16A-36635448C719}">
      <dgm:prSet/>
      <dgm:spPr/>
      <dgm:t>
        <a:bodyPr/>
        <a:lstStyle/>
        <a:p>
          <a:endParaRPr lang="en-US"/>
        </a:p>
      </dgm:t>
    </dgm:pt>
    <dgm:pt modelId="{A2007159-1FF5-4BE0-B014-BCD61BDC883A}">
      <dgm:prSet/>
      <dgm:spPr/>
      <dgm:t>
        <a:bodyPr/>
        <a:lstStyle/>
        <a:p>
          <a:r>
            <a:rPr lang="en-US"/>
            <a:t>• Establishes groundwork for future AI‑driven genomic tools.</a:t>
          </a:r>
        </a:p>
      </dgm:t>
    </dgm:pt>
    <dgm:pt modelId="{44722124-9F93-435B-91A7-59A4CD20766A}" type="parTrans" cxnId="{E57CF60F-7913-42BD-BAE2-47D5CCABF404}">
      <dgm:prSet/>
      <dgm:spPr/>
      <dgm:t>
        <a:bodyPr/>
        <a:lstStyle/>
        <a:p>
          <a:endParaRPr lang="en-US"/>
        </a:p>
      </dgm:t>
    </dgm:pt>
    <dgm:pt modelId="{B801B5D7-AA32-4C75-9FC5-DADE1AA1EB69}" type="sibTrans" cxnId="{E57CF60F-7913-42BD-BAE2-47D5CCABF404}">
      <dgm:prSet/>
      <dgm:spPr/>
      <dgm:t>
        <a:bodyPr/>
        <a:lstStyle/>
        <a:p>
          <a:endParaRPr lang="en-US"/>
        </a:p>
      </dgm:t>
    </dgm:pt>
    <dgm:pt modelId="{295CD30C-D92A-4769-AE0F-91A55650263E}" type="pres">
      <dgm:prSet presAssocID="{FA4F9399-AD32-4713-A8D9-FD242992BB44}" presName="matrix" presStyleCnt="0">
        <dgm:presLayoutVars>
          <dgm:chMax val="1"/>
          <dgm:dir/>
          <dgm:resizeHandles val="exact"/>
        </dgm:presLayoutVars>
      </dgm:prSet>
      <dgm:spPr/>
    </dgm:pt>
    <dgm:pt modelId="{070A75EB-4248-4572-A275-ED3ADE7747EE}" type="pres">
      <dgm:prSet presAssocID="{FA4F9399-AD32-4713-A8D9-FD242992BB44}" presName="diamond" presStyleLbl="bgShp" presStyleIdx="0" presStyleCnt="1"/>
      <dgm:spPr/>
    </dgm:pt>
    <dgm:pt modelId="{FA081A5E-B697-41FB-896F-65EAD3A47C90}" type="pres">
      <dgm:prSet presAssocID="{FA4F9399-AD32-4713-A8D9-FD242992BB44}" presName="quad1" presStyleLbl="node1" presStyleIdx="0" presStyleCnt="4">
        <dgm:presLayoutVars>
          <dgm:chMax val="0"/>
          <dgm:chPref val="0"/>
          <dgm:bulletEnabled val="1"/>
        </dgm:presLayoutVars>
      </dgm:prSet>
      <dgm:spPr/>
    </dgm:pt>
    <dgm:pt modelId="{E6128EC8-624A-48AC-9F7B-18BD53FD7F55}" type="pres">
      <dgm:prSet presAssocID="{FA4F9399-AD32-4713-A8D9-FD242992BB44}" presName="quad2" presStyleLbl="node1" presStyleIdx="1" presStyleCnt="4">
        <dgm:presLayoutVars>
          <dgm:chMax val="0"/>
          <dgm:chPref val="0"/>
          <dgm:bulletEnabled val="1"/>
        </dgm:presLayoutVars>
      </dgm:prSet>
      <dgm:spPr/>
    </dgm:pt>
    <dgm:pt modelId="{85A4D714-DD38-4933-BF70-589A240EADEB}" type="pres">
      <dgm:prSet presAssocID="{FA4F9399-AD32-4713-A8D9-FD242992BB44}" presName="quad3" presStyleLbl="node1" presStyleIdx="2" presStyleCnt="4">
        <dgm:presLayoutVars>
          <dgm:chMax val="0"/>
          <dgm:chPref val="0"/>
          <dgm:bulletEnabled val="1"/>
        </dgm:presLayoutVars>
      </dgm:prSet>
      <dgm:spPr/>
    </dgm:pt>
    <dgm:pt modelId="{AF4614E3-2700-458D-AD3B-A0ABE8C63BD2}" type="pres">
      <dgm:prSet presAssocID="{FA4F9399-AD32-4713-A8D9-FD242992BB44}" presName="quad4" presStyleLbl="node1" presStyleIdx="3" presStyleCnt="4">
        <dgm:presLayoutVars>
          <dgm:chMax val="0"/>
          <dgm:chPref val="0"/>
          <dgm:bulletEnabled val="1"/>
        </dgm:presLayoutVars>
      </dgm:prSet>
      <dgm:spPr/>
    </dgm:pt>
  </dgm:ptLst>
  <dgm:cxnLst>
    <dgm:cxn modelId="{E57CF60F-7913-42BD-BAE2-47D5CCABF404}" srcId="{FA4F9399-AD32-4713-A8D9-FD242992BB44}" destId="{A2007159-1FF5-4BE0-B014-BCD61BDC883A}" srcOrd="3" destOrd="0" parTransId="{44722124-9F93-435B-91A7-59A4CD20766A}" sibTransId="{B801B5D7-AA32-4C75-9FC5-DADE1AA1EB69}"/>
    <dgm:cxn modelId="{AD33761A-341E-4F86-A90F-F672165DD20F}" type="presOf" srcId="{B572F9FF-8837-48B6-AB12-1EC9517B9DD7}" destId="{FA081A5E-B697-41FB-896F-65EAD3A47C90}" srcOrd="0" destOrd="0" presId="urn:microsoft.com/office/officeart/2005/8/layout/matrix3"/>
    <dgm:cxn modelId="{78DC3122-F578-426C-895F-D222E0C5BBCE}" srcId="{FA4F9399-AD32-4713-A8D9-FD242992BB44}" destId="{64203FA1-FEFB-4040-8AF3-3BD76049D61A}" srcOrd="1" destOrd="0" parTransId="{2F226022-CD5A-426C-B7CD-D065095352B1}" sibTransId="{162C808B-6E45-4497-B160-C0A5DDFA18BE}"/>
    <dgm:cxn modelId="{E78FA624-BA4F-449B-B9C3-265AED532BA8}" type="presOf" srcId="{A2007159-1FF5-4BE0-B014-BCD61BDC883A}" destId="{AF4614E3-2700-458D-AD3B-A0ABE8C63BD2}" srcOrd="0" destOrd="0" presId="urn:microsoft.com/office/officeart/2005/8/layout/matrix3"/>
    <dgm:cxn modelId="{2846F430-0B08-4379-A16A-36635448C719}" srcId="{FA4F9399-AD32-4713-A8D9-FD242992BB44}" destId="{E29D733F-850C-4D32-9E1A-2CF872285B35}" srcOrd="2" destOrd="0" parTransId="{1C05EA5F-73A7-4C62-98FA-21655AFF7009}" sibTransId="{97C64F03-669F-4850-9DCE-840A2D5A3723}"/>
    <dgm:cxn modelId="{5BE1A13E-1473-43F4-A33F-E141E631BFC7}" srcId="{FA4F9399-AD32-4713-A8D9-FD242992BB44}" destId="{B572F9FF-8837-48B6-AB12-1EC9517B9DD7}" srcOrd="0" destOrd="0" parTransId="{753ED185-6DF6-4808-87ED-2B1F32B1FD89}" sibTransId="{21403CC4-7D54-4645-9219-088F97902183}"/>
    <dgm:cxn modelId="{55B95A5F-1C0B-4B89-9E7D-464D0D901CEF}" type="presOf" srcId="{64203FA1-FEFB-4040-8AF3-3BD76049D61A}" destId="{E6128EC8-624A-48AC-9F7B-18BD53FD7F55}" srcOrd="0" destOrd="0" presId="urn:microsoft.com/office/officeart/2005/8/layout/matrix3"/>
    <dgm:cxn modelId="{377F7241-F1CF-4B7F-9597-9F920B89E320}" type="presOf" srcId="{E29D733F-850C-4D32-9E1A-2CF872285B35}" destId="{85A4D714-DD38-4933-BF70-589A240EADEB}" srcOrd="0" destOrd="0" presId="urn:microsoft.com/office/officeart/2005/8/layout/matrix3"/>
    <dgm:cxn modelId="{B1601980-646D-4398-BBF6-EA3D8804D1EC}" type="presOf" srcId="{FA4F9399-AD32-4713-A8D9-FD242992BB44}" destId="{295CD30C-D92A-4769-AE0F-91A55650263E}" srcOrd="0" destOrd="0" presId="urn:microsoft.com/office/officeart/2005/8/layout/matrix3"/>
    <dgm:cxn modelId="{341DD80E-CBB7-4ABC-A923-C58F888198DD}" type="presParOf" srcId="{295CD30C-D92A-4769-AE0F-91A55650263E}" destId="{070A75EB-4248-4572-A275-ED3ADE7747EE}" srcOrd="0" destOrd="0" presId="urn:microsoft.com/office/officeart/2005/8/layout/matrix3"/>
    <dgm:cxn modelId="{91263899-E9B0-402F-9B9B-08973B35F3F9}" type="presParOf" srcId="{295CD30C-D92A-4769-AE0F-91A55650263E}" destId="{FA081A5E-B697-41FB-896F-65EAD3A47C90}" srcOrd="1" destOrd="0" presId="urn:microsoft.com/office/officeart/2005/8/layout/matrix3"/>
    <dgm:cxn modelId="{02CAEA88-8954-4E3F-9399-DF2DAC60F3E2}" type="presParOf" srcId="{295CD30C-D92A-4769-AE0F-91A55650263E}" destId="{E6128EC8-624A-48AC-9F7B-18BD53FD7F55}" srcOrd="2" destOrd="0" presId="urn:microsoft.com/office/officeart/2005/8/layout/matrix3"/>
    <dgm:cxn modelId="{7DA6A87E-6ABA-4A43-BDDA-AF5C8631CECF}" type="presParOf" srcId="{295CD30C-D92A-4769-AE0F-91A55650263E}" destId="{85A4D714-DD38-4933-BF70-589A240EADEB}" srcOrd="3" destOrd="0" presId="urn:microsoft.com/office/officeart/2005/8/layout/matrix3"/>
    <dgm:cxn modelId="{64240709-9E33-4794-80A6-8786BB1548B3}" type="presParOf" srcId="{295CD30C-D92A-4769-AE0F-91A55650263E}" destId="{AF4614E3-2700-458D-AD3B-A0ABE8C63BD2}" srcOrd="4" destOrd="0" presId="urn:microsoft.com/office/officeart/2005/8/layout/matrix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11.xml><?xml version="1.0" encoding="utf-8"?>
<dgm:dataModel xmlns:dgm="http://schemas.openxmlformats.org/drawingml/2006/diagram" xmlns:a="http://schemas.openxmlformats.org/drawingml/2006/main">
  <dgm:ptLst>
    <dgm:pt modelId="{932FDE29-B56F-48AA-9E9E-246A6E2B9E49}" type="doc">
      <dgm:prSet loTypeId="urn:microsoft.com/office/officeart/2005/8/layout/vList2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C7684063-4803-4B71-AADF-BC01A32129CB}">
      <dgm:prSet/>
      <dgm:spPr/>
      <dgm:t>
        <a:bodyPr/>
        <a:lstStyle/>
        <a:p>
          <a:r>
            <a:rPr lang="en-US" dirty="0" err="1"/>
            <a:t>ClinVar</a:t>
          </a:r>
          <a:r>
            <a:rPr lang="en-US" dirty="0"/>
            <a:t>, </a:t>
          </a:r>
          <a:r>
            <a:rPr lang="en-US" dirty="0" err="1"/>
            <a:t>BioPortal</a:t>
          </a:r>
          <a:r>
            <a:rPr lang="en-US" dirty="0"/>
            <a:t> genomic datasets</a:t>
          </a:r>
        </a:p>
      </dgm:t>
    </dgm:pt>
    <dgm:pt modelId="{921FA4F7-0C14-4311-A7C8-B8C9B6174EC4}" type="parTrans" cxnId="{F29B205F-88D5-4F48-B011-EB88DE95F24A}">
      <dgm:prSet/>
      <dgm:spPr/>
      <dgm:t>
        <a:bodyPr/>
        <a:lstStyle/>
        <a:p>
          <a:endParaRPr lang="en-US"/>
        </a:p>
      </dgm:t>
    </dgm:pt>
    <dgm:pt modelId="{2B57D68F-00A6-4B41-8066-2F7442AEC351}" type="sibTrans" cxnId="{F29B205F-88D5-4F48-B011-EB88DE95F24A}">
      <dgm:prSet/>
      <dgm:spPr/>
      <dgm:t>
        <a:bodyPr/>
        <a:lstStyle/>
        <a:p>
          <a:endParaRPr lang="en-US"/>
        </a:p>
      </dgm:t>
    </dgm:pt>
    <dgm:pt modelId="{F84C4510-41E2-4840-BE1D-B7DF021E5878}">
      <dgm:prSet/>
      <dgm:spPr/>
      <dgm:t>
        <a:bodyPr/>
        <a:lstStyle/>
        <a:p>
          <a:r>
            <a:rPr lang="en-US" dirty="0"/>
            <a:t>Patent literature and ML research papers</a:t>
          </a:r>
        </a:p>
      </dgm:t>
    </dgm:pt>
    <dgm:pt modelId="{8CCE724B-A24A-49C9-80A9-928B69258B69}" type="parTrans" cxnId="{2C369169-DE21-4F87-B877-9BC9A09AD694}">
      <dgm:prSet/>
      <dgm:spPr/>
      <dgm:t>
        <a:bodyPr/>
        <a:lstStyle/>
        <a:p>
          <a:endParaRPr lang="en-US"/>
        </a:p>
      </dgm:t>
    </dgm:pt>
    <dgm:pt modelId="{3D66011D-5905-4A07-BE98-4858EEB912BE}" type="sibTrans" cxnId="{2C369169-DE21-4F87-B877-9BC9A09AD694}">
      <dgm:prSet/>
      <dgm:spPr/>
      <dgm:t>
        <a:bodyPr/>
        <a:lstStyle/>
        <a:p>
          <a:endParaRPr lang="en-US"/>
        </a:p>
      </dgm:t>
    </dgm:pt>
    <dgm:pt modelId="{E6131E57-55A6-4900-A1AC-A295E8DE3789}" type="pres">
      <dgm:prSet presAssocID="{932FDE29-B56F-48AA-9E9E-246A6E2B9E49}" presName="linear" presStyleCnt="0">
        <dgm:presLayoutVars>
          <dgm:animLvl val="lvl"/>
          <dgm:resizeHandles val="exact"/>
        </dgm:presLayoutVars>
      </dgm:prSet>
      <dgm:spPr/>
    </dgm:pt>
    <dgm:pt modelId="{DB171675-C029-437A-B466-F5B436A5D897}" type="pres">
      <dgm:prSet presAssocID="{C7684063-4803-4B71-AADF-BC01A32129CB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6F8082EB-344A-4E28-ACD0-AB4FB454359D}" type="pres">
      <dgm:prSet presAssocID="{2B57D68F-00A6-4B41-8066-2F7442AEC351}" presName="spacer" presStyleCnt="0"/>
      <dgm:spPr/>
    </dgm:pt>
    <dgm:pt modelId="{72C5A81C-841D-4CB9-AD82-DABB9B44F31D}" type="pres">
      <dgm:prSet presAssocID="{F84C4510-41E2-4840-BE1D-B7DF021E5878}" presName="parentText" presStyleLbl="node1" presStyleIdx="1" presStyleCnt="2">
        <dgm:presLayoutVars>
          <dgm:chMax val="0"/>
          <dgm:bulletEnabled val="1"/>
        </dgm:presLayoutVars>
      </dgm:prSet>
      <dgm:spPr/>
    </dgm:pt>
  </dgm:ptLst>
  <dgm:cxnLst>
    <dgm:cxn modelId="{29884F1C-F5D1-47CB-A780-C5BF60133F71}" type="presOf" srcId="{C7684063-4803-4B71-AADF-BC01A32129CB}" destId="{DB171675-C029-437A-B466-F5B436A5D897}" srcOrd="0" destOrd="0" presId="urn:microsoft.com/office/officeart/2005/8/layout/vList2"/>
    <dgm:cxn modelId="{F29B205F-88D5-4F48-B011-EB88DE95F24A}" srcId="{932FDE29-B56F-48AA-9E9E-246A6E2B9E49}" destId="{C7684063-4803-4B71-AADF-BC01A32129CB}" srcOrd="0" destOrd="0" parTransId="{921FA4F7-0C14-4311-A7C8-B8C9B6174EC4}" sibTransId="{2B57D68F-00A6-4B41-8066-2F7442AEC351}"/>
    <dgm:cxn modelId="{2C369169-DE21-4F87-B877-9BC9A09AD694}" srcId="{932FDE29-B56F-48AA-9E9E-246A6E2B9E49}" destId="{F84C4510-41E2-4840-BE1D-B7DF021E5878}" srcOrd="1" destOrd="0" parTransId="{8CCE724B-A24A-49C9-80A9-928B69258B69}" sibTransId="{3D66011D-5905-4A07-BE98-4858EEB912BE}"/>
    <dgm:cxn modelId="{454744A3-9DD4-4215-9D0B-EA00E466DE24}" type="presOf" srcId="{932FDE29-B56F-48AA-9E9E-246A6E2B9E49}" destId="{E6131E57-55A6-4900-A1AC-A295E8DE3789}" srcOrd="0" destOrd="0" presId="urn:microsoft.com/office/officeart/2005/8/layout/vList2"/>
    <dgm:cxn modelId="{73CBE6D9-7415-4079-90A9-681359022653}" type="presOf" srcId="{F84C4510-41E2-4840-BE1D-B7DF021E5878}" destId="{72C5A81C-841D-4CB9-AD82-DABB9B44F31D}" srcOrd="0" destOrd="0" presId="urn:microsoft.com/office/officeart/2005/8/layout/vList2"/>
    <dgm:cxn modelId="{21EF3B10-191B-47E1-92D7-093326D869BA}" type="presParOf" srcId="{E6131E57-55A6-4900-A1AC-A295E8DE3789}" destId="{DB171675-C029-437A-B466-F5B436A5D897}" srcOrd="0" destOrd="0" presId="urn:microsoft.com/office/officeart/2005/8/layout/vList2"/>
    <dgm:cxn modelId="{DA0E531E-8227-47FC-8AF2-7795D575434F}" type="presParOf" srcId="{E6131E57-55A6-4900-A1AC-A295E8DE3789}" destId="{6F8082EB-344A-4E28-ACD0-AB4FB454359D}" srcOrd="1" destOrd="0" presId="urn:microsoft.com/office/officeart/2005/8/layout/vList2"/>
    <dgm:cxn modelId="{AAE6D8BF-074E-487C-B19F-6DFB47B38784}" type="presParOf" srcId="{E6131E57-55A6-4900-A1AC-A295E8DE3789}" destId="{72C5A81C-841D-4CB9-AD82-DABB9B44F31D}" srcOrd="2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4781FFF-239D-4381-A6F9-12B9F28F4937}">
      <dsp:nvSpPr>
        <dsp:cNvPr id="0" name=""/>
        <dsp:cNvSpPr/>
      </dsp:nvSpPr>
      <dsp:spPr>
        <a:xfrm>
          <a:off x="0" y="1742430"/>
          <a:ext cx="517538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049E036-4A29-4947-A94E-0B1ECC328205}">
      <dsp:nvSpPr>
        <dsp:cNvPr id="0" name=""/>
        <dsp:cNvSpPr/>
      </dsp:nvSpPr>
      <dsp:spPr>
        <a:xfrm>
          <a:off x="258769" y="1535790"/>
          <a:ext cx="3622768" cy="41328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Capstone Project — Rare Genetic Disorders</a:t>
          </a:r>
        </a:p>
      </dsp:txBody>
      <dsp:txXfrm>
        <a:off x="278944" y="1555965"/>
        <a:ext cx="3582418" cy="372930"/>
      </dsp:txXfrm>
    </dsp:sp>
    <dsp:sp modelId="{B8CEA6FC-E8EE-42E5-A2DD-521FCAACAF43}">
      <dsp:nvSpPr>
        <dsp:cNvPr id="0" name=""/>
        <dsp:cNvSpPr/>
      </dsp:nvSpPr>
      <dsp:spPr>
        <a:xfrm>
          <a:off x="0" y="2377470"/>
          <a:ext cx="517538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7DBF59-D5E8-4542-A175-F595DA5BC0CE}">
      <dsp:nvSpPr>
        <dsp:cNvPr id="0" name=""/>
        <dsp:cNvSpPr/>
      </dsp:nvSpPr>
      <dsp:spPr>
        <a:xfrm>
          <a:off x="258769" y="2170830"/>
          <a:ext cx="3622768" cy="413280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IN" sz="1400" kern="1200"/>
            <a:t>Lovely Professional University</a:t>
          </a:r>
          <a:endParaRPr lang="en-US" sz="1400" kern="1200"/>
        </a:p>
      </dsp:txBody>
      <dsp:txXfrm>
        <a:off x="278944" y="2191005"/>
        <a:ext cx="3582418" cy="372930"/>
      </dsp:txXfrm>
    </dsp:sp>
    <dsp:sp modelId="{A79CCCA3-62C0-47C3-AADE-190847F0D4A8}">
      <dsp:nvSpPr>
        <dsp:cNvPr id="0" name=""/>
        <dsp:cNvSpPr/>
      </dsp:nvSpPr>
      <dsp:spPr>
        <a:xfrm>
          <a:off x="0" y="3012510"/>
          <a:ext cx="517538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B8F0147-1EFE-4F2F-91C2-5BBBEA1F1C63}">
      <dsp:nvSpPr>
        <dsp:cNvPr id="0" name=""/>
        <dsp:cNvSpPr/>
      </dsp:nvSpPr>
      <dsp:spPr>
        <a:xfrm>
          <a:off x="258769" y="2805870"/>
          <a:ext cx="3622768" cy="413280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Team: </a:t>
          </a:r>
          <a:r>
            <a:rPr lang="en-IN" sz="1400" kern="1200"/>
            <a:t>Sagar, Jitender, Khushi, Akansha, Swati</a:t>
          </a:r>
          <a:endParaRPr lang="en-US" sz="1400" kern="1200"/>
        </a:p>
      </dsp:txBody>
      <dsp:txXfrm>
        <a:off x="278944" y="2826045"/>
        <a:ext cx="3582418" cy="372930"/>
      </dsp:txXfrm>
    </dsp:sp>
    <dsp:sp modelId="{70C3930A-39B2-42CF-817B-A0DB3D6DB842}">
      <dsp:nvSpPr>
        <dsp:cNvPr id="0" name=""/>
        <dsp:cNvSpPr/>
      </dsp:nvSpPr>
      <dsp:spPr>
        <a:xfrm>
          <a:off x="0" y="3647550"/>
          <a:ext cx="5175384" cy="3528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BEC627-B85D-4FF0-91E2-605250F4682E}">
      <dsp:nvSpPr>
        <dsp:cNvPr id="0" name=""/>
        <dsp:cNvSpPr/>
      </dsp:nvSpPr>
      <dsp:spPr>
        <a:xfrm>
          <a:off x="258769" y="3440910"/>
          <a:ext cx="3622768" cy="413280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36932" tIns="0" rIns="136932" bIns="0" numCol="1" spcCol="1270" anchor="ctr" anchorCtr="0">
          <a:noAutofit/>
        </a:bodyPr>
        <a:lstStyle/>
        <a:p>
          <a:pPr marL="0" lvl="0" indent="0" algn="l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Supervisor: Ajay Kumar Bandhan</a:t>
          </a:r>
        </a:p>
      </dsp:txBody>
      <dsp:txXfrm>
        <a:off x="278944" y="3461085"/>
        <a:ext cx="3582418" cy="37293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AC67544-7716-4CD9-8AFA-92AE83FD1BC4}">
      <dsp:nvSpPr>
        <dsp:cNvPr id="0" name=""/>
        <dsp:cNvSpPr/>
      </dsp:nvSpPr>
      <dsp:spPr>
        <a:xfrm>
          <a:off x="0" y="323035"/>
          <a:ext cx="3807803" cy="98982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• Delayed diagnosis occurs due to lack of awareness, limited specialized testing, and interpretation challenges.</a:t>
          </a:r>
        </a:p>
      </dsp:txBody>
      <dsp:txXfrm>
        <a:off x="48319" y="371354"/>
        <a:ext cx="3711165" cy="893182"/>
      </dsp:txXfrm>
    </dsp:sp>
    <dsp:sp modelId="{0E353993-1B9F-49CF-965D-A0E617E84F26}">
      <dsp:nvSpPr>
        <dsp:cNvPr id="0" name=""/>
        <dsp:cNvSpPr/>
      </dsp:nvSpPr>
      <dsp:spPr>
        <a:xfrm>
          <a:off x="0" y="1364695"/>
          <a:ext cx="3807803" cy="98982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Conventional systems cannot easily distinguish disorder categories.</a:t>
          </a:r>
        </a:p>
      </dsp:txBody>
      <dsp:txXfrm>
        <a:off x="48319" y="1413014"/>
        <a:ext cx="3711165" cy="893182"/>
      </dsp:txXfrm>
    </dsp:sp>
    <dsp:sp modelId="{4F45CF35-BD89-4DC4-BE5B-30CD432BF7AD}">
      <dsp:nvSpPr>
        <dsp:cNvPr id="0" name=""/>
        <dsp:cNvSpPr/>
      </dsp:nvSpPr>
      <dsp:spPr>
        <a:xfrm>
          <a:off x="0" y="2406355"/>
          <a:ext cx="3807803" cy="98982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Existing tools focus on confirming known variants instead of predicting future risk.</a:t>
          </a:r>
        </a:p>
      </dsp:txBody>
      <dsp:txXfrm>
        <a:off x="48319" y="2454674"/>
        <a:ext cx="3711165" cy="893182"/>
      </dsp:txXfrm>
    </dsp:sp>
    <dsp:sp modelId="{D1E90130-04C7-4583-B49B-C8E6D501B7CA}">
      <dsp:nvSpPr>
        <dsp:cNvPr id="0" name=""/>
        <dsp:cNvSpPr/>
      </dsp:nvSpPr>
      <dsp:spPr>
        <a:xfrm>
          <a:off x="0" y="3448015"/>
          <a:ext cx="3807803" cy="98982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• The goal is to build an automated, proactive system for early genomic analysis.</a:t>
          </a:r>
        </a:p>
      </dsp:txBody>
      <dsp:txXfrm>
        <a:off x="48319" y="3496334"/>
        <a:ext cx="3711165" cy="893182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A804F0E-7C6C-44B9-BFFA-2D2A6E28DA8C}">
      <dsp:nvSpPr>
        <dsp:cNvPr id="0" name=""/>
        <dsp:cNvSpPr/>
      </dsp:nvSpPr>
      <dsp:spPr>
        <a:xfrm>
          <a:off x="18535" y="659889"/>
          <a:ext cx="1080124" cy="1080124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7580C59-FFB8-4DCF-8235-6D16B1C2E083}">
      <dsp:nvSpPr>
        <dsp:cNvPr id="0" name=""/>
        <dsp:cNvSpPr/>
      </dsp:nvSpPr>
      <dsp:spPr>
        <a:xfrm>
          <a:off x="245361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0428E3-3F41-40D7-8CEE-DA95BED08108}">
      <dsp:nvSpPr>
        <dsp:cNvPr id="0" name=""/>
        <dsp:cNvSpPr/>
      </dsp:nvSpPr>
      <dsp:spPr>
        <a:xfrm>
          <a:off x="1330115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Develop an automated system that classifies mitochondrial, single‑gene, and multifactorial disorders.</a:t>
          </a:r>
        </a:p>
      </dsp:txBody>
      <dsp:txXfrm>
        <a:off x="1330115" y="659889"/>
        <a:ext cx="2546008" cy="1080124"/>
      </dsp:txXfrm>
    </dsp:sp>
    <dsp:sp modelId="{09BFE8A2-A896-4A6F-9F95-7ADA87E341C5}">
      <dsp:nvSpPr>
        <dsp:cNvPr id="0" name=""/>
        <dsp:cNvSpPr/>
      </dsp:nvSpPr>
      <dsp:spPr>
        <a:xfrm>
          <a:off x="4319746" y="659889"/>
          <a:ext cx="1080124" cy="1080124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69E9CE-4238-48C3-A546-DD58694BCA69}">
      <dsp:nvSpPr>
        <dsp:cNvPr id="0" name=""/>
        <dsp:cNvSpPr/>
      </dsp:nvSpPr>
      <dsp:spPr>
        <a:xfrm>
          <a:off x="4546573" y="886715"/>
          <a:ext cx="626472" cy="626472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3F1B542-A1B9-4C3F-B022-999F6D93F9AC}">
      <dsp:nvSpPr>
        <dsp:cNvPr id="0" name=""/>
        <dsp:cNvSpPr/>
      </dsp:nvSpPr>
      <dsp:spPr>
        <a:xfrm>
          <a:off x="5631327" y="659889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Enable early risk detection before clinical symptoms appear.</a:t>
          </a:r>
        </a:p>
      </dsp:txBody>
      <dsp:txXfrm>
        <a:off x="5631327" y="659889"/>
        <a:ext cx="2546008" cy="1080124"/>
      </dsp:txXfrm>
    </dsp:sp>
    <dsp:sp modelId="{1B7B7279-9803-4AC8-B4AA-FE9C39E24234}">
      <dsp:nvSpPr>
        <dsp:cNvPr id="0" name=""/>
        <dsp:cNvSpPr/>
      </dsp:nvSpPr>
      <dsp:spPr>
        <a:xfrm>
          <a:off x="18535" y="2452790"/>
          <a:ext cx="1080124" cy="1080124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0EC6E67-1CA8-42F6-8F1B-01BCE410472C}">
      <dsp:nvSpPr>
        <dsp:cNvPr id="0" name=""/>
        <dsp:cNvSpPr/>
      </dsp:nvSpPr>
      <dsp:spPr>
        <a:xfrm>
          <a:off x="245361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77F30FF-7F8E-4AA3-9B28-99C5D6F3476D}">
      <dsp:nvSpPr>
        <dsp:cNvPr id="0" name=""/>
        <dsp:cNvSpPr/>
      </dsp:nvSpPr>
      <dsp:spPr>
        <a:xfrm>
          <a:off x="1330115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Use ensemble learning to boost prediction accuracy and reduce errors.</a:t>
          </a:r>
        </a:p>
      </dsp:txBody>
      <dsp:txXfrm>
        <a:off x="1330115" y="2452790"/>
        <a:ext cx="2546008" cy="1080124"/>
      </dsp:txXfrm>
    </dsp:sp>
    <dsp:sp modelId="{8F62F907-8DC8-4E33-B287-BC1CC43FA5B8}">
      <dsp:nvSpPr>
        <dsp:cNvPr id="0" name=""/>
        <dsp:cNvSpPr/>
      </dsp:nvSpPr>
      <dsp:spPr>
        <a:xfrm>
          <a:off x="4319746" y="2452790"/>
          <a:ext cx="1080124" cy="1080124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D84877F-63D1-4E81-8D3E-D60A6E2E99EA}">
      <dsp:nvSpPr>
        <dsp:cNvPr id="0" name=""/>
        <dsp:cNvSpPr/>
      </dsp:nvSpPr>
      <dsp:spPr>
        <a:xfrm>
          <a:off x="4546573" y="2679617"/>
          <a:ext cx="626472" cy="626472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5A9479-2430-4EB8-8ABC-169B4449409B}">
      <dsp:nvSpPr>
        <dsp:cNvPr id="0" name=""/>
        <dsp:cNvSpPr/>
      </dsp:nvSpPr>
      <dsp:spPr>
        <a:xfrm>
          <a:off x="5631327" y="2452790"/>
          <a:ext cx="2546008" cy="108012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Support precision medicine through personalized genomic insights.</a:t>
          </a:r>
        </a:p>
      </dsp:txBody>
      <dsp:txXfrm>
        <a:off x="5631327" y="2452790"/>
        <a:ext cx="2546008" cy="108012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E256AB5-BABB-4C7F-881A-7D934D807A0E}">
      <dsp:nvSpPr>
        <dsp:cNvPr id="0" name=""/>
        <dsp:cNvSpPr/>
      </dsp:nvSpPr>
      <dsp:spPr>
        <a:xfrm>
          <a:off x="0" y="81904"/>
          <a:ext cx="4726201" cy="1374750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Focuses on classifying three major genetic disorder categories using existing genomic datasets.</a:t>
          </a:r>
        </a:p>
      </dsp:txBody>
      <dsp:txXfrm>
        <a:off x="67110" y="149014"/>
        <a:ext cx="4591981" cy="1240530"/>
      </dsp:txXfrm>
    </dsp:sp>
    <dsp:sp modelId="{F13B8079-D369-4927-8142-4B81065F53BB}">
      <dsp:nvSpPr>
        <dsp:cNvPr id="0" name=""/>
        <dsp:cNvSpPr/>
      </dsp:nvSpPr>
      <dsp:spPr>
        <a:xfrm>
          <a:off x="0" y="1528654"/>
          <a:ext cx="4726201" cy="1374750"/>
        </a:xfrm>
        <a:prstGeom prst="roundRect">
          <a:avLst/>
        </a:prstGeom>
        <a:solidFill>
          <a:schemeClr val="accent2">
            <a:hueOff val="1560506"/>
            <a:satOff val="-1946"/>
            <a:lumOff val="458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Automates complete ML pipeline, from preprocessing to result generation.</a:t>
          </a:r>
        </a:p>
      </dsp:txBody>
      <dsp:txXfrm>
        <a:off x="67110" y="1595764"/>
        <a:ext cx="4591981" cy="1240530"/>
      </dsp:txXfrm>
    </dsp:sp>
    <dsp:sp modelId="{C2C74503-7E08-497F-B8B5-41B631F75B85}">
      <dsp:nvSpPr>
        <dsp:cNvPr id="0" name=""/>
        <dsp:cNvSpPr/>
      </dsp:nvSpPr>
      <dsp:spPr>
        <a:xfrm>
          <a:off x="0" y="2975404"/>
          <a:ext cx="4726201" cy="1374750"/>
        </a:xfrm>
        <a:prstGeom prst="roundRect">
          <a:avLst/>
        </a:prstGeom>
        <a:solidFill>
          <a:schemeClr val="accent2">
            <a:hueOff val="3121013"/>
            <a:satOff val="-3893"/>
            <a:lumOff val="91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Reduces diagnostic time from weeks to minutes.</a:t>
          </a:r>
        </a:p>
      </dsp:txBody>
      <dsp:txXfrm>
        <a:off x="67110" y="3042514"/>
        <a:ext cx="4591981" cy="1240530"/>
      </dsp:txXfrm>
    </dsp:sp>
    <dsp:sp modelId="{C0C3ED4F-6EF9-4E72-83DB-6DDF1F09669D}">
      <dsp:nvSpPr>
        <dsp:cNvPr id="0" name=""/>
        <dsp:cNvSpPr/>
      </dsp:nvSpPr>
      <dsp:spPr>
        <a:xfrm>
          <a:off x="0" y="4422154"/>
          <a:ext cx="4726201" cy="1374750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Provides clear explanations using feature importance and confidence scores.</a:t>
          </a:r>
        </a:p>
      </dsp:txBody>
      <dsp:txXfrm>
        <a:off x="67110" y="4489264"/>
        <a:ext cx="4591981" cy="124053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8DF7DA2-24E9-4DE1-87E6-E9ADA18D33D7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D5C605-FB53-4C71-A885-16A0A5288365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0518B69-A482-473D-9CE0-69536056ED6C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Traditional tools mainly provide binary classification and lack multi‑class prediction.</a:t>
          </a:r>
        </a:p>
      </dsp:txBody>
      <dsp:txXfrm>
        <a:off x="1058686" y="1808"/>
        <a:ext cx="6828013" cy="916611"/>
      </dsp:txXfrm>
    </dsp:sp>
    <dsp:sp modelId="{0CFF7603-5033-4C00-B9F7-569193EF9969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9C4AD78-2371-48A4-8DF2-F03CFA2F1A04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3ED324-6825-4807-BB52-D3B1F058FCE9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Single ML models struggle with complex genetic patterns.</a:t>
          </a:r>
        </a:p>
      </dsp:txBody>
      <dsp:txXfrm>
        <a:off x="1058686" y="1147573"/>
        <a:ext cx="6828013" cy="916611"/>
      </dsp:txXfrm>
    </dsp:sp>
    <dsp:sp modelId="{CEFB7A07-4D6A-4D30-B31B-C21550E245BF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A92BC78-96B1-4069-AC8F-AE5407C957C6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A21B61E-DC85-4295-99CD-29C5877C0AAA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No existing system uses a sequential ensemble for rare disorder classification.</a:t>
          </a:r>
        </a:p>
      </dsp:txBody>
      <dsp:txXfrm>
        <a:off x="1058686" y="2293338"/>
        <a:ext cx="6828013" cy="916611"/>
      </dsp:txXfrm>
    </dsp:sp>
    <dsp:sp modelId="{9D9223DB-99C8-431F-924A-3422B106FBBF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2A412DF-29DE-49D0-92CE-028D9CEEBAEE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8D08CC5-5517-4B42-A391-CA8A89F5C3B4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Our work addresses all these gaps with an innovative Chain Classifier.</a:t>
          </a:r>
        </a:p>
      </dsp:txBody>
      <dsp:txXfrm>
        <a:off x="1058686" y="3439103"/>
        <a:ext cx="6828013" cy="916611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D24DFDB-D865-435F-A1FB-C12783A055E6}">
      <dsp:nvSpPr>
        <dsp:cNvPr id="0" name=""/>
        <dsp:cNvSpPr/>
      </dsp:nvSpPr>
      <dsp:spPr>
        <a:xfrm>
          <a:off x="827085" y="211"/>
          <a:ext cx="965039" cy="965039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860DE04-30AA-435A-A30B-889581A0C99F}">
      <dsp:nvSpPr>
        <dsp:cNvPr id="0" name=""/>
        <dsp:cNvSpPr/>
      </dsp:nvSpPr>
      <dsp:spPr>
        <a:xfrm>
          <a:off x="1032749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7A312DC-7CF4-4AA1-9122-0CA95E09A0DF}">
      <dsp:nvSpPr>
        <dsp:cNvPr id="0" name=""/>
        <dsp:cNvSpPr/>
      </dsp:nvSpPr>
      <dsp:spPr>
        <a:xfrm>
          <a:off x="51858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Genetic variants and mutation types help detect potentially harmful changes.</a:t>
          </a:r>
        </a:p>
      </dsp:txBody>
      <dsp:txXfrm>
        <a:off x="518589" y="1265836"/>
        <a:ext cx="1582031" cy="632812"/>
      </dsp:txXfrm>
    </dsp:sp>
    <dsp:sp modelId="{09297AEC-91E7-4FAA-8376-8730F8AFE477}">
      <dsp:nvSpPr>
        <dsp:cNvPr id="0" name=""/>
        <dsp:cNvSpPr/>
      </dsp:nvSpPr>
      <dsp:spPr>
        <a:xfrm>
          <a:off x="2685972" y="211"/>
          <a:ext cx="965039" cy="965039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5946AB5-9DDC-405A-A05C-56528AD00A92}">
      <dsp:nvSpPr>
        <dsp:cNvPr id="0" name=""/>
        <dsp:cNvSpPr/>
      </dsp:nvSpPr>
      <dsp:spPr>
        <a:xfrm>
          <a:off x="2891636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08B791F-42C8-4451-90B2-D57607C92144}">
      <dsp:nvSpPr>
        <dsp:cNvPr id="0" name=""/>
        <dsp:cNvSpPr/>
      </dsp:nvSpPr>
      <dsp:spPr>
        <a:xfrm>
          <a:off x="2377476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Chromosomal positions indicate where the mutation occurs.</a:t>
          </a:r>
        </a:p>
      </dsp:txBody>
      <dsp:txXfrm>
        <a:off x="2377476" y="1265836"/>
        <a:ext cx="1582031" cy="632812"/>
      </dsp:txXfrm>
    </dsp:sp>
    <dsp:sp modelId="{7AB53C7F-4B5B-429E-964F-36485B971338}">
      <dsp:nvSpPr>
        <dsp:cNvPr id="0" name=""/>
        <dsp:cNvSpPr/>
      </dsp:nvSpPr>
      <dsp:spPr>
        <a:xfrm>
          <a:off x="4544859" y="211"/>
          <a:ext cx="965039" cy="965039"/>
        </a:xfrm>
        <a:prstGeom prst="ellipse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DCFD44-C842-48A6-8DF8-983170DCAE74}">
      <dsp:nvSpPr>
        <dsp:cNvPr id="0" name=""/>
        <dsp:cNvSpPr/>
      </dsp:nvSpPr>
      <dsp:spPr>
        <a:xfrm>
          <a:off x="4750523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ACD4FC8-45A9-4B8A-B8FB-21A53F574121}">
      <dsp:nvSpPr>
        <dsp:cNvPr id="0" name=""/>
        <dsp:cNvSpPr/>
      </dsp:nvSpPr>
      <dsp:spPr>
        <a:xfrm>
          <a:off x="4236363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Clinical annotations provide expert‑verified insights.</a:t>
          </a:r>
        </a:p>
      </dsp:txBody>
      <dsp:txXfrm>
        <a:off x="4236363" y="1265836"/>
        <a:ext cx="1582031" cy="632812"/>
      </dsp:txXfrm>
    </dsp:sp>
    <dsp:sp modelId="{3EAF674B-7125-473C-BEDB-29E3CC1354DC}">
      <dsp:nvSpPr>
        <dsp:cNvPr id="0" name=""/>
        <dsp:cNvSpPr/>
      </dsp:nvSpPr>
      <dsp:spPr>
        <a:xfrm>
          <a:off x="6403746" y="211"/>
          <a:ext cx="965039" cy="965039"/>
        </a:xfrm>
        <a:prstGeom prst="ellipse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F36CD2-5CD3-40C3-B3C9-00F37E544426}">
      <dsp:nvSpPr>
        <dsp:cNvPr id="0" name=""/>
        <dsp:cNvSpPr/>
      </dsp:nvSpPr>
      <dsp:spPr>
        <a:xfrm>
          <a:off x="6609410" y="205875"/>
          <a:ext cx="553710" cy="553710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8CBA8DE-F60E-45EF-8AD9-D86FB963DC95}">
      <dsp:nvSpPr>
        <dsp:cNvPr id="0" name=""/>
        <dsp:cNvSpPr/>
      </dsp:nvSpPr>
      <dsp:spPr>
        <a:xfrm>
          <a:off x="6095249" y="1265836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Allele frequencies show rarity and population patterns.</a:t>
          </a:r>
        </a:p>
      </dsp:txBody>
      <dsp:txXfrm>
        <a:off x="6095249" y="1265836"/>
        <a:ext cx="1582031" cy="632812"/>
      </dsp:txXfrm>
    </dsp:sp>
    <dsp:sp modelId="{E3D367C5-AA7C-4979-8EDB-010D8A883E2D}">
      <dsp:nvSpPr>
        <dsp:cNvPr id="0" name=""/>
        <dsp:cNvSpPr/>
      </dsp:nvSpPr>
      <dsp:spPr>
        <a:xfrm>
          <a:off x="3615415" y="2294156"/>
          <a:ext cx="965039" cy="965039"/>
        </a:xfrm>
        <a:prstGeom prst="ellipse">
          <a:avLst/>
        </a:prstGeom>
        <a:solidFill>
          <a:schemeClr val="accent6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1F7263-7E80-457F-AD6E-617FEA6C1797}">
      <dsp:nvSpPr>
        <dsp:cNvPr id="0" name=""/>
        <dsp:cNvSpPr/>
      </dsp:nvSpPr>
      <dsp:spPr>
        <a:xfrm>
          <a:off x="3821080" y="2499820"/>
          <a:ext cx="553710" cy="553710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9BA5DC7-FA3E-4950-BCCD-44C7C999C2E3}">
      <dsp:nvSpPr>
        <dsp:cNvPr id="0" name=""/>
        <dsp:cNvSpPr/>
      </dsp:nvSpPr>
      <dsp:spPr>
        <a:xfrm>
          <a:off x="3306919" y="3559781"/>
          <a:ext cx="1582031" cy="632812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100" kern="1200"/>
            <a:t>• Phenotype data strengthens prediction accuracy.</a:t>
          </a:r>
        </a:p>
      </dsp:txBody>
      <dsp:txXfrm>
        <a:off x="3306919" y="3559781"/>
        <a:ext cx="1582031" cy="632812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198AF2E-6A0C-4413-BFD6-EE82E78FB405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BB81DC4-AA31-4C29-8598-8C0AD9E79212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2D7039D-F39F-4C1C-867F-47AEFA24D39A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Predicts the broad disorder category and possible subtype.</a:t>
          </a:r>
        </a:p>
      </dsp:txBody>
      <dsp:txXfrm>
        <a:off x="1058686" y="1808"/>
        <a:ext cx="6828013" cy="916611"/>
      </dsp:txXfrm>
    </dsp:sp>
    <dsp:sp modelId="{D6365BA3-2B31-44D3-8FBE-92ECF14FF8FD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D684A21-2D7F-42E2-91E8-E5F4602D599B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E9ECB62-CF19-4362-85B0-30183074FCDB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Generates confidence scores to indicate reliability of predictions.</a:t>
          </a:r>
        </a:p>
      </dsp:txBody>
      <dsp:txXfrm>
        <a:off x="1058686" y="1147573"/>
        <a:ext cx="6828013" cy="916611"/>
      </dsp:txXfrm>
    </dsp:sp>
    <dsp:sp modelId="{6C564726-06B3-4D3B-934F-CBCD00E8E3CB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59DE8C0-C7C7-45C8-B4D2-F54FEB347B75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7B04E50-7AC9-4F6D-A613-8C6541519790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Offers genetic risk levels useful for early monitoring.</a:t>
          </a:r>
        </a:p>
      </dsp:txBody>
      <dsp:txXfrm>
        <a:off x="1058686" y="2293338"/>
        <a:ext cx="6828013" cy="916611"/>
      </dsp:txXfrm>
    </dsp:sp>
    <dsp:sp modelId="{4700A452-04D8-47A2-86A9-A944581BF465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2CD28CD-404F-4326-AA70-FA32311A6369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2E36EF-CEFE-46CB-B197-B62D80B595C1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Provides tailored lifestyle or preventive recommendations.</a:t>
          </a:r>
        </a:p>
      </dsp:txBody>
      <dsp:txXfrm>
        <a:off x="1058686" y="3439103"/>
        <a:ext cx="6828013" cy="916611"/>
      </dsp:txXfrm>
    </dsp:sp>
  </dsp:spTree>
</dsp:drawing>
</file>

<file path=ppt/diagrams/drawing8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EBEEFD9-000C-4E4C-B0FD-10A921EAA8E3}">
      <dsp:nvSpPr>
        <dsp:cNvPr id="0" name=""/>
        <dsp:cNvSpPr/>
      </dsp:nvSpPr>
      <dsp:spPr>
        <a:xfrm>
          <a:off x="0" y="180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B61180C-8321-47C3-B6D2-C82E66C740F2}">
      <dsp:nvSpPr>
        <dsp:cNvPr id="0" name=""/>
        <dsp:cNvSpPr/>
      </dsp:nvSpPr>
      <dsp:spPr>
        <a:xfrm>
          <a:off x="277275" y="208046"/>
          <a:ext cx="504136" cy="504136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A4BF01B-45C9-4509-A05B-BD769500F264}">
      <dsp:nvSpPr>
        <dsp:cNvPr id="0" name=""/>
        <dsp:cNvSpPr/>
      </dsp:nvSpPr>
      <dsp:spPr>
        <a:xfrm>
          <a:off x="1058686" y="180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First sequential ensemble model designed specifically for rare disorders.</a:t>
          </a:r>
        </a:p>
      </dsp:txBody>
      <dsp:txXfrm>
        <a:off x="1058686" y="1808"/>
        <a:ext cx="6828013" cy="916611"/>
      </dsp:txXfrm>
    </dsp:sp>
    <dsp:sp modelId="{52268AB6-620C-493F-B436-C845250B76CE}">
      <dsp:nvSpPr>
        <dsp:cNvPr id="0" name=""/>
        <dsp:cNvSpPr/>
      </dsp:nvSpPr>
      <dsp:spPr>
        <a:xfrm>
          <a:off x="0" y="114757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4DD3E1B-02BF-4A84-A292-633190B53B76}">
      <dsp:nvSpPr>
        <dsp:cNvPr id="0" name=""/>
        <dsp:cNvSpPr/>
      </dsp:nvSpPr>
      <dsp:spPr>
        <a:xfrm>
          <a:off x="277275" y="1353811"/>
          <a:ext cx="504136" cy="504136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3F62438-1E4F-4E66-BAF0-E8FE7C59AFAD}">
      <dsp:nvSpPr>
        <dsp:cNvPr id="0" name=""/>
        <dsp:cNvSpPr/>
      </dsp:nvSpPr>
      <dsp:spPr>
        <a:xfrm>
          <a:off x="1058686" y="114757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Captures genetic patterns missed by individual algorithms.</a:t>
          </a:r>
        </a:p>
      </dsp:txBody>
      <dsp:txXfrm>
        <a:off x="1058686" y="1147573"/>
        <a:ext cx="6828013" cy="916611"/>
      </dsp:txXfrm>
    </dsp:sp>
    <dsp:sp modelId="{70765233-055A-471B-B8E3-B7844CA1DFFE}">
      <dsp:nvSpPr>
        <dsp:cNvPr id="0" name=""/>
        <dsp:cNvSpPr/>
      </dsp:nvSpPr>
      <dsp:spPr>
        <a:xfrm>
          <a:off x="0" y="2293338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64F308D-EB10-4C8F-B1A1-AC2B57CC81DE}">
      <dsp:nvSpPr>
        <dsp:cNvPr id="0" name=""/>
        <dsp:cNvSpPr/>
      </dsp:nvSpPr>
      <dsp:spPr>
        <a:xfrm>
          <a:off x="277275" y="2499576"/>
          <a:ext cx="504136" cy="504136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CE1B8A6-36C3-4641-BEBE-8E4627AB5F7C}">
      <dsp:nvSpPr>
        <dsp:cNvPr id="0" name=""/>
        <dsp:cNvSpPr/>
      </dsp:nvSpPr>
      <dsp:spPr>
        <a:xfrm>
          <a:off x="1058686" y="2293338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Handles imbalanced datasets through specialized preprocessing.</a:t>
          </a:r>
        </a:p>
      </dsp:txBody>
      <dsp:txXfrm>
        <a:off x="1058686" y="2293338"/>
        <a:ext cx="6828013" cy="916611"/>
      </dsp:txXfrm>
    </dsp:sp>
    <dsp:sp modelId="{15D50CC1-D8DF-4DFC-925F-41EA172D7401}">
      <dsp:nvSpPr>
        <dsp:cNvPr id="0" name=""/>
        <dsp:cNvSpPr/>
      </dsp:nvSpPr>
      <dsp:spPr>
        <a:xfrm>
          <a:off x="0" y="3439103"/>
          <a:ext cx="7886700" cy="916611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3A4636B-0DE7-45A0-848F-4919652FAFB6}">
      <dsp:nvSpPr>
        <dsp:cNvPr id="0" name=""/>
        <dsp:cNvSpPr/>
      </dsp:nvSpPr>
      <dsp:spPr>
        <a:xfrm>
          <a:off x="277275" y="3645341"/>
          <a:ext cx="504136" cy="504136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F7C198A-617F-4974-9166-8B151E419D86}">
      <dsp:nvSpPr>
        <dsp:cNvPr id="0" name=""/>
        <dsp:cNvSpPr/>
      </dsp:nvSpPr>
      <dsp:spPr>
        <a:xfrm>
          <a:off x="1058686" y="3439103"/>
          <a:ext cx="6828013" cy="916611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7008" tIns="97008" rIns="97008" bIns="97008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200" kern="1200"/>
            <a:t>• Produces interpretable results suitable for clinical use.</a:t>
          </a:r>
        </a:p>
      </dsp:txBody>
      <dsp:txXfrm>
        <a:off x="1058686" y="3439103"/>
        <a:ext cx="6828013" cy="916611"/>
      </dsp:txXfrm>
    </dsp:sp>
  </dsp:spTree>
</dsp:drawing>
</file>

<file path=ppt/diagrams/drawing9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3109D3-E677-447D-B256-6735F312DE3F}">
      <dsp:nvSpPr>
        <dsp:cNvPr id="0" name=""/>
        <dsp:cNvSpPr/>
      </dsp:nvSpPr>
      <dsp:spPr>
        <a:xfrm>
          <a:off x="0" y="4274295"/>
          <a:ext cx="4358346" cy="1402919"/>
        </a:xfrm>
        <a:prstGeom prst="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Enables early preventive measures that can slow or prevent disease progression.</a:t>
          </a:r>
        </a:p>
      </dsp:txBody>
      <dsp:txXfrm>
        <a:off x="0" y="4274295"/>
        <a:ext cx="4358346" cy="1402919"/>
      </dsp:txXfrm>
    </dsp:sp>
    <dsp:sp modelId="{D7C0E982-0616-4AC6-934D-373556214BAE}">
      <dsp:nvSpPr>
        <dsp:cNvPr id="0" name=""/>
        <dsp:cNvSpPr/>
      </dsp:nvSpPr>
      <dsp:spPr>
        <a:xfrm rot="10800000">
          <a:off x="0" y="2137649"/>
          <a:ext cx="4358346" cy="2157689"/>
        </a:xfrm>
        <a:prstGeom prst="upArrowCallout">
          <a:avLst/>
        </a:prstGeom>
        <a:solidFill>
          <a:schemeClr val="accent2">
            <a:hueOff val="2340759"/>
            <a:satOff val="-2919"/>
            <a:lumOff val="686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Demonstrates reliability in real-world clinical settings.</a:t>
          </a:r>
        </a:p>
      </dsp:txBody>
      <dsp:txXfrm rot="10800000">
        <a:off x="0" y="2137649"/>
        <a:ext cx="4358346" cy="1402002"/>
      </dsp:txXfrm>
    </dsp:sp>
    <dsp:sp modelId="{62B394D0-A95A-496A-A996-B0DA6C363816}">
      <dsp:nvSpPr>
        <dsp:cNvPr id="0" name=""/>
        <dsp:cNvSpPr/>
      </dsp:nvSpPr>
      <dsp:spPr>
        <a:xfrm rot="10800000">
          <a:off x="0" y="1003"/>
          <a:ext cx="4358346" cy="2157689"/>
        </a:xfrm>
        <a:prstGeom prst="upArrowCallou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70688" tIns="170688" rIns="170688" bIns="170688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• Shows 92% agreement with diagnosis from experienced geneticists.</a:t>
          </a:r>
        </a:p>
      </dsp:txBody>
      <dsp:txXfrm rot="10800000">
        <a:off x="0" y="1003"/>
        <a:ext cx="4358346" cy="1402002"/>
      </dsp:txXfrm>
    </dsp:sp>
  </dsp:spTree>
</dsp:drawing>
</file>

<file path=ppt/diagrams/drawing10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70A75EB-4248-4572-A275-ED3ADE7747EE}">
      <dsp:nvSpPr>
        <dsp:cNvPr id="0" name=""/>
        <dsp:cNvSpPr/>
      </dsp:nvSpPr>
      <dsp:spPr>
        <a:xfrm>
          <a:off x="0" y="180378"/>
          <a:ext cx="5175384" cy="5175384"/>
        </a:xfrm>
        <a:prstGeom prst="diamond">
          <a:avLst/>
        </a:prstGeom>
        <a:solidFill>
          <a:schemeClr val="accent2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A081A5E-B697-41FB-896F-65EAD3A47C90}">
      <dsp:nvSpPr>
        <dsp:cNvPr id="0" name=""/>
        <dsp:cNvSpPr/>
      </dsp:nvSpPr>
      <dsp:spPr>
        <a:xfrm>
          <a:off x="491661" y="672039"/>
          <a:ext cx="2018399" cy="201839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Chain Classifier significantly improves genetic disorder classification accuracy.</a:t>
          </a:r>
        </a:p>
      </dsp:txBody>
      <dsp:txXfrm>
        <a:off x="590191" y="770569"/>
        <a:ext cx="1821339" cy="1821339"/>
      </dsp:txXfrm>
    </dsp:sp>
    <dsp:sp modelId="{E6128EC8-624A-48AC-9F7B-18BD53FD7F55}">
      <dsp:nvSpPr>
        <dsp:cNvPr id="0" name=""/>
        <dsp:cNvSpPr/>
      </dsp:nvSpPr>
      <dsp:spPr>
        <a:xfrm>
          <a:off x="2665322" y="672039"/>
          <a:ext cx="2018399" cy="2018399"/>
        </a:xfrm>
        <a:prstGeom prst="roundRect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Helps transition healthcare from reactive to proactive.</a:t>
          </a:r>
        </a:p>
      </dsp:txBody>
      <dsp:txXfrm>
        <a:off x="2763852" y="770569"/>
        <a:ext cx="1821339" cy="1821339"/>
      </dsp:txXfrm>
    </dsp:sp>
    <dsp:sp modelId="{85A4D714-DD38-4933-BF70-589A240EADEB}">
      <dsp:nvSpPr>
        <dsp:cNvPr id="0" name=""/>
        <dsp:cNvSpPr/>
      </dsp:nvSpPr>
      <dsp:spPr>
        <a:xfrm>
          <a:off x="491661" y="2845701"/>
          <a:ext cx="2018399" cy="2018399"/>
        </a:xfrm>
        <a:prstGeom prst="roundRect">
          <a:avLst/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Scalable for hospitals and population screening.</a:t>
          </a:r>
        </a:p>
      </dsp:txBody>
      <dsp:txXfrm>
        <a:off x="590191" y="2944231"/>
        <a:ext cx="1821339" cy="1821339"/>
      </dsp:txXfrm>
    </dsp:sp>
    <dsp:sp modelId="{AF4614E3-2700-458D-AD3B-A0ABE8C63BD2}">
      <dsp:nvSpPr>
        <dsp:cNvPr id="0" name=""/>
        <dsp:cNvSpPr/>
      </dsp:nvSpPr>
      <dsp:spPr>
        <a:xfrm>
          <a:off x="2665322" y="2845701"/>
          <a:ext cx="2018399" cy="2018399"/>
        </a:xfrm>
        <a:prstGeom prst="roundRect">
          <a:avLst/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ctr" anchorCtr="0">
          <a:noAutofit/>
        </a:bodyPr>
        <a:lstStyle/>
        <a:p>
          <a:pPr marL="0" lvl="0" indent="0" algn="ctr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• Establishes groundwork for future AI‑driven genomic tools.</a:t>
          </a:r>
        </a:p>
      </dsp:txBody>
      <dsp:txXfrm>
        <a:off x="2763852" y="2944231"/>
        <a:ext cx="1821339" cy="1821339"/>
      </dsp:txXfrm>
    </dsp:sp>
  </dsp:spTree>
</dsp:drawing>
</file>

<file path=ppt/diagrams/drawing1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B171675-C029-437A-B466-F5B436A5D897}">
      <dsp:nvSpPr>
        <dsp:cNvPr id="0" name=""/>
        <dsp:cNvSpPr/>
      </dsp:nvSpPr>
      <dsp:spPr>
        <a:xfrm>
          <a:off x="0" y="13800"/>
          <a:ext cx="5175384" cy="2685149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 err="1"/>
            <a:t>ClinVar</a:t>
          </a:r>
          <a:r>
            <a:rPr lang="en-US" sz="4800" kern="1200" dirty="0"/>
            <a:t>, </a:t>
          </a:r>
          <a:r>
            <a:rPr lang="en-US" sz="4800" kern="1200" dirty="0" err="1"/>
            <a:t>BioPortal</a:t>
          </a:r>
          <a:r>
            <a:rPr lang="en-US" sz="4800" kern="1200" dirty="0"/>
            <a:t> genomic datasets</a:t>
          </a:r>
        </a:p>
      </dsp:txBody>
      <dsp:txXfrm>
        <a:off x="131078" y="144878"/>
        <a:ext cx="4913228" cy="2422993"/>
      </dsp:txXfrm>
    </dsp:sp>
    <dsp:sp modelId="{72C5A81C-841D-4CB9-AD82-DABB9B44F31D}">
      <dsp:nvSpPr>
        <dsp:cNvPr id="0" name=""/>
        <dsp:cNvSpPr/>
      </dsp:nvSpPr>
      <dsp:spPr>
        <a:xfrm>
          <a:off x="0" y="2837190"/>
          <a:ext cx="5175384" cy="2685149"/>
        </a:xfrm>
        <a:prstGeom prst="roundRect">
          <a:avLst/>
        </a:prstGeom>
        <a:solidFill>
          <a:schemeClr val="accent2">
            <a:hueOff val="4681519"/>
            <a:satOff val="-5839"/>
            <a:lumOff val="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82880" tIns="182880" rIns="182880" bIns="182880" numCol="1" spcCol="1270" anchor="ctr" anchorCtr="0">
          <a:noAutofit/>
        </a:bodyPr>
        <a:lstStyle/>
        <a:p>
          <a:pPr marL="0" lvl="0" indent="0" algn="l" defTabSz="2133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4800" kern="1200" dirty="0"/>
            <a:t>Patent literature and ML research papers</a:t>
          </a:r>
        </a:p>
      </dsp:txBody>
      <dsp:txXfrm>
        <a:off x="131078" y="2968268"/>
        <a:ext cx="4913228" cy="242299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8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9.xml><?xml version="1.0" encoding="utf-8"?>
<dgm:layoutDef xmlns:dgm="http://schemas.openxmlformats.org/drawingml/2006/diagram" xmlns:a="http://schemas.openxmlformats.org/drawingml/2006/main" uniqueId="urn:microsoft.com/office/officeart/2005/8/layout/process4">
  <dgm:title val=""/>
  <dgm:desc val=""/>
  <dgm:catLst>
    <dgm:cat type="process" pri="16000"/>
    <dgm:cat type="list" pri="2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animLvl val="lvl"/>
      <dgm:resizeHandles val="exact"/>
    </dgm:varLst>
    <dgm:alg type="lin">
      <dgm:param type="linDir" val="fromB"/>
    </dgm:alg>
    <dgm:shape xmlns:r="http://schemas.openxmlformats.org/officeDocument/2006/relationships" r:blip="">
      <dgm:adjLst/>
    </dgm:shape>
    <dgm:presOf/>
    <dgm:constrLst>
      <dgm:constr type="h" for="ch" forName="boxAndChildren" refType="h"/>
      <dgm:constr type="h" for="ch" forName="arrowAndChildren" refType="h" refFor="ch" refForName="boxAndChildren" op="equ" fact="1.538"/>
      <dgm:constr type="w" for="ch" forName="arrowAndChildren" refType="w"/>
      <dgm:constr type="w" for="ch" forName="boxAndChildren" refType="w"/>
      <dgm:constr type="h" for="ch" forName="sp" refType="h" fact="-0.015"/>
      <dgm:constr type="primFontSz" for="des" forName="parentTextBox" val="65"/>
      <dgm:constr type="primFontSz" for="des" forName="parentTextArrow" refType="primFontSz" refFor="des" refForName="parentTextBox" op="equ"/>
      <dgm:constr type="primFontSz" for="des" forName="childTextArrow" val="65"/>
      <dgm:constr type="primFontSz" for="des" forName="childTextBox" refType="primFontSz" refFor="des" refForName="childTextArrow" op="equ"/>
    </dgm:constrLst>
    <dgm:ruleLst/>
    <dgm:forEach name="Name1" axis="ch" ptType="node" st="-1" step="-1">
      <dgm:choose name="Name2">
        <dgm:if name="Name3" axis="self" ptType="node" func="revPos" op="equ" val="1">
          <dgm:layoutNode name="boxAndChildren">
            <dgm:alg type="composite"/>
            <dgm:shape xmlns:r="http://schemas.openxmlformats.org/officeDocument/2006/relationships" r:blip="">
              <dgm:adjLst/>
            </dgm:shape>
            <dgm:presOf/>
            <dgm:choose name="Name4">
              <dgm:if name="Name5" axis="ch" ptType="node" func="cnt" op="gte" val="1">
                <dgm:constrLst>
                  <dgm:constr type="w" for="ch" forName="parentTextBox" refType="w"/>
                  <dgm:constr type="h" for="ch" forName="parentTextBox" refType="h" fact="0.54"/>
                  <dgm:constr type="t" for="ch" forName="parentTextBox"/>
                  <dgm:constr type="w" for="ch" forName="entireBox" refType="w"/>
                  <dgm:constr type="h" for="ch" forName="entireBox" refType="h"/>
                  <dgm:constr type="w" for="ch" forName="descendantBox" refType="w"/>
                  <dgm:constr type="b" for="ch" forName="descendantBox" refType="h" fact="0.98"/>
                  <dgm:constr type="h" for="ch" forName="descendantBox" refType="h" fact="0.46"/>
                </dgm:constrLst>
              </dgm:if>
              <dgm:else name="Name6">
                <dgm:constrLst>
                  <dgm:constr type="w" for="ch" forName="parentTextBox" refType="w"/>
                  <dgm:constr type="h" for="ch" forName="parentTextBox" refType="h"/>
                </dgm:constrLst>
              </dgm:else>
            </dgm:choose>
            <dgm:ruleLst/>
            <dgm:layoutNode name="parentTextBox">
              <dgm:alg type="tx"/>
              <dgm:choose name="Name7">
                <dgm:if name="Name8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9">
                  <dgm:shape xmlns:r="http://schemas.openxmlformats.org/officeDocument/2006/relationships" type="rec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10">
              <dgm:if name="Name11" axis="ch" ptType="node" func="cnt" op="gte" val="1">
                <dgm:layoutNode name="entireBox">
                  <dgm:alg type="sp"/>
                  <dgm:shape xmlns:r="http://schemas.openxmlformats.org/officeDocument/2006/relationships" type="rect" r:blip="">
                    <dgm:adjLst/>
                  </dgm:shape>
                  <dgm:presOf axis="self"/>
                  <dgm:constrLst/>
                  <dgm:ruleLst/>
                </dgm:layoutNode>
                <dgm:layoutNode name="descendantBox" styleLbl="fgAccFollowNode1">
                  <dgm:choose name="Name12">
                    <dgm:if name="Name13" func="var" arg="dir" op="equ" val="norm">
                      <dgm:alg type="lin"/>
                    </dgm:if>
                    <dgm:else name="Name14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Box" refType="w"/>
                    <dgm:constr type="h" for="ch" forName="childTextBox" refType="h"/>
                  </dgm:constrLst>
                  <dgm:ruleLst/>
                  <dgm:forEach name="Name15" axis="ch" ptType="node">
                    <dgm:layoutNode name="childTextBox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16"/>
            </dgm:choose>
          </dgm:layoutNode>
        </dgm:if>
        <dgm:else name="Name17">
          <dgm:layoutNode name="arrowAndChildren">
            <dgm:alg type="composite"/>
            <dgm:shape xmlns:r="http://schemas.openxmlformats.org/officeDocument/2006/relationships" r:blip="">
              <dgm:adjLst/>
            </dgm:shape>
            <dgm:presOf/>
            <dgm:choose name="Name18">
              <dgm:if name="Name19" axis="ch" ptType="node" func="cnt" op="gte" val="1">
                <dgm:constrLst>
                  <dgm:constr type="w" for="ch" forName="parentTextArrow" refType="w"/>
                  <dgm:constr type="t" for="ch" forName="parentTextArrow"/>
                  <dgm:constr type="h" for="ch" forName="parentTextArrow" refType="h" fact="0.351"/>
                  <dgm:constr type="w" for="ch" forName="arrow" refType="w"/>
                  <dgm:constr type="h" for="ch" forName="arrow" refType="h"/>
                  <dgm:constr type="w" for="ch" forName="descendantArrow" refType="w"/>
                  <dgm:constr type="b" for="ch" forName="descendantArrow" refType="h" fact="0.65"/>
                  <dgm:constr type="h" for="ch" forName="descendantArrow" refType="h" fact="0.299"/>
                </dgm:constrLst>
              </dgm:if>
              <dgm:else name="Name20">
                <dgm:constrLst>
                  <dgm:constr type="w" for="ch" forName="parentTextArrow" refType="w"/>
                  <dgm:constr type="h" for="ch" forName="parentTextArrow" refType="h"/>
                </dgm:constrLst>
              </dgm:else>
            </dgm:choose>
            <dgm:ruleLst/>
            <dgm:layoutNode name="parentTextArrow">
              <dgm:alg type="tx"/>
              <dgm:choose name="Name21">
                <dgm:if name="Name22" axis="ch" ptType="node" func="cnt" op="gte" val="1">
                  <dgm:shape xmlns:r="http://schemas.openxmlformats.org/officeDocument/2006/relationships" type="rect" r:blip="" zOrderOff="1" hideGeom="1">
                    <dgm:adjLst/>
                  </dgm:shape>
                </dgm:if>
                <dgm:else name="Name23">
                  <dgm:shape xmlns:r="http://schemas.openxmlformats.org/officeDocument/2006/relationships" rot="180" type="upArrowCallout" r:blip="">
                    <dgm:adjLst/>
                  </dgm:shape>
                </dgm:else>
              </dgm:choose>
              <dgm:presOf axis="self"/>
              <dgm:constrLst/>
              <dgm:ruleLst>
                <dgm:rule type="primFontSz" val="5" fact="NaN" max="NaN"/>
              </dgm:ruleLst>
            </dgm:layoutNode>
            <dgm:choose name="Name24">
              <dgm:if name="Name25" axis="ch" ptType="node" func="cnt" op="gte" val="1">
                <dgm:layoutNode name="arrow">
                  <dgm:alg type="sp"/>
                  <dgm:shape xmlns:r="http://schemas.openxmlformats.org/officeDocument/2006/relationships" rot="180" type="upArrowCallout" r:blip="">
                    <dgm:adjLst/>
                  </dgm:shape>
                  <dgm:presOf axis="self"/>
                  <dgm:constrLst/>
                  <dgm:ruleLst/>
                </dgm:layoutNode>
                <dgm:layoutNode name="descendantArrow">
                  <dgm:choose name="Name26">
                    <dgm:if name="Name27" func="var" arg="dir" op="equ" val="norm">
                      <dgm:alg type="lin"/>
                    </dgm:if>
                    <dgm:else name="Name28">
                      <dgm:alg type="lin">
                        <dgm:param type="linDir" val="fromR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w" for="ch" forName="childTextArrow" refType="w"/>
                    <dgm:constr type="h" for="ch" forName="childTextArrow" refType="h"/>
                  </dgm:constrLst>
                  <dgm:ruleLst/>
                  <dgm:forEach name="Name29" axis="ch" ptType="node">
                    <dgm:layoutNode name="childTextArrow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rect" r:blip="">
                        <dgm:adjLst/>
                      </dgm:shape>
                      <dgm:presOf axis="desOrSelf" ptType="node"/>
                      <dgm:constrLst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</dgm:forEach>
                </dgm:layoutNode>
              </dgm:if>
              <dgm:else name="Name30"/>
            </dgm:choose>
          </dgm:layoutNode>
        </dgm:else>
      </dgm:choose>
      <dgm:forEach name="Name31" axis="precedSib" ptType="sibTrans" st="-1" cnt="1">
        <dgm:layoutNode name="sp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</dgm:layoutDef>
</file>

<file path=ppt/diagrams/layout10.xml><?xml version="1.0" encoding="utf-8"?>
<dgm:layoutDef xmlns:dgm="http://schemas.openxmlformats.org/drawingml/2006/diagram" xmlns:a="http://schemas.openxmlformats.org/drawingml/2006/main" uniqueId="urn:microsoft.com/office/officeart/2005/8/layout/matrix3">
  <dgm:title val=""/>
  <dgm:desc val=""/>
  <dgm:catLst>
    <dgm:cat type="matrix" pri="1000"/>
    <dgm:cat type="convert" pri="18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0" destOrd="0"/>
        <dgm:cxn modelId="8" srcId="0" destId="4" srcOrd="1" destOrd="0"/>
      </dgm:cxnLst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matrix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29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71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29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71"/>
          <dgm:constr type="ctrY" for="ch" forName="quad4" refType="h" fact="0.71"/>
          <dgm:constr type="primFontSz" for="des" ptType="node" op="equ" val="65"/>
        </dgm:constrLst>
      </dgm:if>
      <dgm:else name="Name2">
        <dgm:constrLst>
          <dgm:constr type="w" for="ch" forName="diamond" refType="w"/>
          <dgm:constr type="h" for="ch" forName="diamond" refType="h"/>
          <dgm:constr type="w" for="ch" forName="quad1" refType="w" fact="0.39"/>
          <dgm:constr type="h" for="ch" forName="quad1" refType="h" fact="0.39"/>
          <dgm:constr type="ctrX" for="ch" forName="quad1" refType="w" fact="0.71"/>
          <dgm:constr type="ctrY" for="ch" forName="quad1" refType="h" fact="0.29"/>
          <dgm:constr type="w" for="ch" forName="quad2" refType="w" fact="0.39"/>
          <dgm:constr type="h" for="ch" forName="quad2" refType="h" fact="0.39"/>
          <dgm:constr type="ctrX" for="ch" forName="quad2" refType="w" fact="0.29"/>
          <dgm:constr type="ctrY" for="ch" forName="quad2" refType="h" fact="0.29"/>
          <dgm:constr type="w" for="ch" forName="quad3" refType="w" fact="0.39"/>
          <dgm:constr type="h" for="ch" forName="quad3" refType="h" fact="0.39"/>
          <dgm:constr type="ctrX" for="ch" forName="quad3" refType="w" fact="0.71"/>
          <dgm:constr type="ctrY" for="ch" forName="quad3" refType="h" fact="0.71"/>
          <dgm:constr type="w" for="ch" forName="quad4" refType="w" fact="0.39"/>
          <dgm:constr type="h" for="ch" forName="quad4" refType="h" fact="0.39"/>
          <dgm:constr type="ctrX" for="ch" forName="quad4" refType="w" fact="0.29"/>
          <dgm:constr type="ctrY" for="ch" forName="quad4" refType="h" fact="0.71"/>
          <dgm:constr type="primFontSz" for="des" ptType="node" op="equ" val="65"/>
        </dgm:constrLst>
      </dgm:else>
    </dgm:choose>
    <dgm:ruleLst/>
    <dgm:choose name="Name3">
      <dgm:if name="Name4" axis="ch" ptType="node" func="cnt" op="gte" val="1">
        <dgm:layoutNode name="diamond" styleLbl="bgShp">
          <dgm:alg type="sp"/>
          <dgm:shape xmlns:r="http://schemas.openxmlformats.org/officeDocument/2006/relationships" type="diamond" r:blip="">
            <dgm:adjLst/>
          </dgm:shape>
          <dgm:presOf/>
          <dgm:constrLst>
            <dgm:constr type="w" refType="h" op="equ"/>
          </dgm:constrLst>
          <dgm:ruleLst/>
        </dgm:layoutNode>
        <dgm:layoutNode name="quad1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1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2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2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3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3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quad4">
          <dgm:varLst>
            <dgm:chMax val="0"/>
            <dgm:chPref val="0"/>
            <dgm:bulletEnabled val="1"/>
          </dgm:varLst>
          <dgm:alg type="tx"/>
          <dgm:shape xmlns:r="http://schemas.openxmlformats.org/officeDocument/2006/relationships" type="roundRect" r:blip="">
            <dgm:adjLst/>
          </dgm:shape>
          <dgm:presOf axis="ch desOrSelf" ptType="node node" st="4 1" cnt="1 0"/>
          <dgm:constrLst>
            <dgm:constr type="w" refType="h" op="equ"/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if>
      <dgm:else name="Name5"/>
    </dgm:choose>
  </dgm:layoutNode>
</dgm:layoutDef>
</file>

<file path=ppt/diagrams/layout11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8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9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0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1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11/17/2025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8.xml"/><Relationship Id="rId2" Type="http://schemas.openxmlformats.org/officeDocument/2006/relationships/diagramData" Target="../diagrams/data8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8.xml"/><Relationship Id="rId5" Type="http://schemas.openxmlformats.org/officeDocument/2006/relationships/diagramColors" Target="../diagrams/colors8.xml"/><Relationship Id="rId4" Type="http://schemas.openxmlformats.org/officeDocument/2006/relationships/diagramQuickStyle" Target="../diagrams/quickStyl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9.xml"/><Relationship Id="rId2" Type="http://schemas.openxmlformats.org/officeDocument/2006/relationships/diagramData" Target="../diagrams/data9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9.xml"/><Relationship Id="rId5" Type="http://schemas.openxmlformats.org/officeDocument/2006/relationships/diagramColors" Target="../diagrams/colors9.xml"/><Relationship Id="rId4" Type="http://schemas.openxmlformats.org/officeDocument/2006/relationships/diagramQuickStyle" Target="../diagrams/quickStyle9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0.xml"/><Relationship Id="rId2" Type="http://schemas.openxmlformats.org/officeDocument/2006/relationships/diagramData" Target="../diagrams/data10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0.xml"/><Relationship Id="rId5" Type="http://schemas.openxmlformats.org/officeDocument/2006/relationships/diagramColors" Target="../diagrams/colors10.xml"/><Relationship Id="rId4" Type="http://schemas.openxmlformats.org/officeDocument/2006/relationships/diagramQuickStyle" Target="../diagrams/quickStyle10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1.xml"/><Relationship Id="rId2" Type="http://schemas.openxmlformats.org/officeDocument/2006/relationships/diagramData" Target="../diagrams/data1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1.xml"/><Relationship Id="rId5" Type="http://schemas.openxmlformats.org/officeDocument/2006/relationships/diagramColors" Target="../diagrams/colors11.xml"/><Relationship Id="rId4" Type="http://schemas.openxmlformats.org/officeDocument/2006/relationships/diagramQuickStyle" Target="../diagrams/quickStyl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3600" b="1"/>
              <a:t>Genomic Risk Assessment System</a:t>
            </a:r>
          </a:p>
        </p:txBody>
      </p:sp>
      <p:sp>
        <p:nvSpPr>
          <p:cNvPr id="18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D285DF5A-4D9B-C3E5-FB55-F006CFB7CEA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77946643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930" y="1050595"/>
            <a:ext cx="6056111" cy="1618489"/>
          </a:xfrm>
        </p:spPr>
        <p:txBody>
          <a:bodyPr anchor="ctr">
            <a:normAutofit/>
          </a:bodyPr>
          <a:lstStyle/>
          <a:p>
            <a:r>
              <a:rPr lang="en-IN" sz="6300" b="1"/>
              <a:t>Abstract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63930" y="2969469"/>
            <a:ext cx="6056111" cy="2800395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/>
              <a:t>• Rare genetic disorders impact ~350M people worldwide, creating a major global health burden.</a:t>
            </a:r>
          </a:p>
          <a:p>
            <a:pPr>
              <a:lnSpc>
                <a:spcPct val="90000"/>
              </a:lnSpc>
            </a:pPr>
            <a:r>
              <a:rPr lang="en-US" sz="1800"/>
              <a:t>• Diagnosis is often delayed due to complex genomic data and limited access to expert testing.</a:t>
            </a:r>
          </a:p>
          <a:p>
            <a:pPr>
              <a:lnSpc>
                <a:spcPct val="90000"/>
              </a:lnSpc>
            </a:pPr>
            <a:r>
              <a:rPr lang="en-US" sz="1800"/>
              <a:t>• Our Chain Classifier integrates SVM, RF, and ANN to improve classification of three major disorder types.</a:t>
            </a:r>
          </a:p>
          <a:p>
            <a:pPr>
              <a:lnSpc>
                <a:spcPct val="90000"/>
              </a:lnSpc>
            </a:pPr>
            <a:r>
              <a:rPr lang="en-US" sz="1800"/>
              <a:t>• The model achieves 94% accuracy by learning progressively from earlier model predictions.</a:t>
            </a:r>
          </a:p>
          <a:p>
            <a:pPr>
              <a:lnSpc>
                <a:spcPct val="90000"/>
              </a:lnSpc>
            </a:pPr>
            <a:r>
              <a:rPr lang="en-US" sz="1800"/>
              <a:t>• System generates detailed diagnostic reports to support early intervention and personalized care.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6825" y="1188637"/>
            <a:ext cx="2241175" cy="4480726"/>
          </a:xfrm>
        </p:spPr>
        <p:txBody>
          <a:bodyPr>
            <a:normAutofit/>
          </a:bodyPr>
          <a:lstStyle/>
          <a:p>
            <a:pPr algn="r"/>
            <a:r>
              <a:rPr lang="en-IN" sz="3100" b="1"/>
              <a:t>Problem Background</a:t>
            </a:r>
          </a:p>
        </p:txBody>
      </p: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23AAC9B5-8015-485C-ACF9-A750390E9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490722" y="1852863"/>
            <a:ext cx="0" cy="3236495"/>
          </a:xfrm>
          <a:prstGeom prst="line">
            <a:avLst/>
          </a:prstGeom>
          <a:ln w="19050" cap="sq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941444" y="1325620"/>
            <a:ext cx="4035893" cy="4020493"/>
          </a:xfrm>
        </p:spPr>
        <p:txBody>
          <a:bodyPr anchor="ctr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1800" dirty="0"/>
              <a:t>Genetic disorders involve complex interactions among genes, proteins, and environmental factors.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Manual interpretation is time‑consuming and may lead to inconsistencies among geneticists.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Large genomic datasets exceed human processing ability.</a:t>
            </a:r>
          </a:p>
          <a:p>
            <a:pPr>
              <a:lnSpc>
                <a:spcPct val="90000"/>
              </a:lnSpc>
            </a:pPr>
            <a:r>
              <a:rPr lang="en-US" sz="1800" dirty="0"/>
              <a:t>Most patients receive diagnosis late, worsening treatment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175" y="1188637"/>
            <a:ext cx="2295636" cy="4480726"/>
          </a:xfrm>
        </p:spPr>
        <p:txBody>
          <a:bodyPr>
            <a:normAutofit/>
          </a:bodyPr>
          <a:lstStyle/>
          <a:p>
            <a:pPr algn="r"/>
            <a:r>
              <a:rPr lang="en-IN" sz="3600" b="1"/>
              <a:t>Problem Statement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9FCBE05-E963-41B2-97FD-8631A61EB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488437" y="323519"/>
            <a:ext cx="5412983" cy="6212748"/>
          </a:xfrm>
          <a:custGeom>
            <a:avLst/>
            <a:gdLst>
              <a:gd name="connsiteX0" fmla="*/ 0 w 7217311"/>
              <a:gd name="connsiteY0" fmla="*/ 0 h 6212748"/>
              <a:gd name="connsiteX1" fmla="*/ 1121310 w 7217311"/>
              <a:gd name="connsiteY1" fmla="*/ 0 h 6212748"/>
              <a:gd name="connsiteX2" fmla="*/ 1837014 w 7217311"/>
              <a:gd name="connsiteY2" fmla="*/ 0 h 6212748"/>
              <a:gd name="connsiteX3" fmla="*/ 2893412 w 7217311"/>
              <a:gd name="connsiteY3" fmla="*/ 0 h 6212748"/>
              <a:gd name="connsiteX4" fmla="*/ 3635911 w 7217311"/>
              <a:gd name="connsiteY4" fmla="*/ 0 h 6212748"/>
              <a:gd name="connsiteX5" fmla="*/ 3635913 w 7217311"/>
              <a:gd name="connsiteY5" fmla="*/ 0 h 6212748"/>
              <a:gd name="connsiteX6" fmla="*/ 7217311 w 7217311"/>
              <a:gd name="connsiteY6" fmla="*/ 0 h 6212748"/>
              <a:gd name="connsiteX7" fmla="*/ 7217311 w 7217311"/>
              <a:gd name="connsiteY7" fmla="*/ 2864954 h 6212748"/>
              <a:gd name="connsiteX8" fmla="*/ 3773866 w 7217311"/>
              <a:gd name="connsiteY8" fmla="*/ 6212748 h 6212748"/>
              <a:gd name="connsiteX9" fmla="*/ 2893412 w 7217311"/>
              <a:gd name="connsiteY9" fmla="*/ 6212748 h 6212748"/>
              <a:gd name="connsiteX10" fmla="*/ 2893412 w 7217311"/>
              <a:gd name="connsiteY10" fmla="*/ 6210962 h 6212748"/>
              <a:gd name="connsiteX11" fmla="*/ 1837014 w 7217311"/>
              <a:gd name="connsiteY11" fmla="*/ 6210962 h 6212748"/>
              <a:gd name="connsiteX12" fmla="*/ 1837014 w 7217311"/>
              <a:gd name="connsiteY12" fmla="*/ 6212748 h 6212748"/>
              <a:gd name="connsiteX13" fmla="*/ 0 w 7217311"/>
              <a:gd name="connsiteY13" fmla="*/ 6212748 h 621274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7217311" h="6212748">
                <a:moveTo>
                  <a:pt x="0" y="0"/>
                </a:moveTo>
                <a:lnTo>
                  <a:pt x="1121310" y="0"/>
                </a:lnTo>
                <a:lnTo>
                  <a:pt x="1837014" y="0"/>
                </a:lnTo>
                <a:lnTo>
                  <a:pt x="2893412" y="0"/>
                </a:lnTo>
                <a:lnTo>
                  <a:pt x="3635911" y="0"/>
                </a:lnTo>
                <a:lnTo>
                  <a:pt x="3635913" y="0"/>
                </a:lnTo>
                <a:lnTo>
                  <a:pt x="7217311" y="0"/>
                </a:lnTo>
                <a:lnTo>
                  <a:pt x="7217311" y="2864954"/>
                </a:lnTo>
                <a:lnTo>
                  <a:pt x="3773866" y="6212748"/>
                </a:lnTo>
                <a:lnTo>
                  <a:pt x="2893412" y="6212748"/>
                </a:lnTo>
                <a:lnTo>
                  <a:pt x="2893412" y="6210962"/>
                </a:lnTo>
                <a:lnTo>
                  <a:pt x="1837014" y="6210962"/>
                </a:lnTo>
                <a:lnTo>
                  <a:pt x="1837014" y="6212748"/>
                </a:lnTo>
                <a:lnTo>
                  <a:pt x="0" y="6212748"/>
                </a:lnTo>
                <a:close/>
              </a:path>
            </a:pathLst>
          </a:custGeom>
          <a:solidFill>
            <a:schemeClr val="tx1">
              <a:lumMod val="50000"/>
              <a:lumOff val="50000"/>
              <a:alpha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Right Triangle 12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3335867"/>
            <a:ext cx="2468880" cy="32004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D233ACE-F3A1-4543-B9F4-425DDA57933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623275"/>
            <a:ext cx="8178790" cy="5607882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BD5CFFC-0D1C-8ECB-BFEA-26ABE879587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566482234"/>
              </p:ext>
            </p:extLst>
          </p:nvPr>
        </p:nvGraphicFramePr>
        <p:xfrm>
          <a:off x="3825857" y="1008993"/>
          <a:ext cx="3807803" cy="476087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Research Objectives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93731C8-FB9F-18EC-E82E-C96CAD5F9C8E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45315881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C541B88-1AE9-40C3-AFD5-967787C197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5F17139-31EE-46AC-B04F-DBBD852DD6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3667947" cy="68580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1195697"/>
            <a:ext cx="2400300" cy="4238118"/>
          </a:xfrm>
        </p:spPr>
        <p:txBody>
          <a:bodyPr>
            <a:normAutofit/>
          </a:bodyPr>
          <a:lstStyle/>
          <a:p>
            <a:r>
              <a:rPr lang="en-IN" sz="3400" b="1">
                <a:solidFill>
                  <a:schemeClr val="bg1"/>
                </a:solidFill>
              </a:rPr>
              <a:t>Scope &amp; Significance</a:t>
            </a:r>
          </a:p>
        </p:txBody>
      </p:sp>
      <p:grpSp>
        <p:nvGrpSpPr>
          <p:cNvPr id="13" name="Graphic 38">
            <a:extLst>
              <a:ext uri="{FF2B5EF4-FFF2-40B4-BE49-F238E27FC236}">
                <a16:creationId xmlns:a16="http://schemas.microsoft.com/office/drawing/2014/main" id="{7CF625D3-71A3-4F30-A096-8EF334E959D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202912"/>
            <a:ext cx="1432689" cy="709660"/>
            <a:chOff x="2267504" y="2540250"/>
            <a:chExt cx="1990951" cy="739640"/>
          </a:xfrm>
          <a:solidFill>
            <a:schemeClr val="bg1"/>
          </a:solidFill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C6754E2F-F56E-4BA3-99DD-8EBF110E343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54025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5835 h 286230"/>
                <a:gd name="connsiteX8" fmla="*/ 255835 w 1990951"/>
                <a:gd name="connsiteY8" fmla="*/ 0 h 286230"/>
                <a:gd name="connsiteX9" fmla="*/ 504071 w 1990951"/>
                <a:gd name="connsiteY9" fmla="*/ 245703 h 286230"/>
                <a:gd name="connsiteX10" fmla="*/ 749773 w 1990951"/>
                <a:gd name="connsiteY10" fmla="*/ 0 h 286230"/>
                <a:gd name="connsiteX11" fmla="*/ 995476 w 1990951"/>
                <a:gd name="connsiteY11" fmla="*/ 245703 h 286230"/>
                <a:gd name="connsiteX12" fmla="*/ 1243712 w 1990951"/>
                <a:gd name="connsiteY12" fmla="*/ 0 h 286230"/>
                <a:gd name="connsiteX13" fmla="*/ 1489414 w 1990951"/>
                <a:gd name="connsiteY13" fmla="*/ 245703 h 286230"/>
                <a:gd name="connsiteX14" fmla="*/ 1735117 w 1990951"/>
                <a:gd name="connsiteY14" fmla="*/ 0 h 286230"/>
                <a:gd name="connsiteX15" fmla="*/ 1990952 w 1990951"/>
                <a:gd name="connsiteY15" fmla="*/ 255835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5835"/>
                  </a:lnTo>
                  <a:lnTo>
                    <a:pt x="255835" y="0"/>
                  </a:lnTo>
                  <a:lnTo>
                    <a:pt x="504071" y="245703"/>
                  </a:lnTo>
                  <a:lnTo>
                    <a:pt x="749773" y="0"/>
                  </a:lnTo>
                  <a:lnTo>
                    <a:pt x="995476" y="245703"/>
                  </a:lnTo>
                  <a:lnTo>
                    <a:pt x="1243712" y="0"/>
                  </a:lnTo>
                  <a:lnTo>
                    <a:pt x="1489414" y="245703"/>
                  </a:lnTo>
                  <a:lnTo>
                    <a:pt x="1735117" y="0"/>
                  </a:lnTo>
                  <a:lnTo>
                    <a:pt x="1990952" y="255835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4A69059-7C49-49C6-B071-F2A9B558E02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2267504" y="2993660"/>
              <a:ext cx="1990951" cy="286230"/>
            </a:xfrm>
            <a:custGeom>
              <a:avLst/>
              <a:gdLst>
                <a:gd name="connsiteX0" fmla="*/ 1489414 w 1990951"/>
                <a:gd name="connsiteY0" fmla="*/ 286231 h 286230"/>
                <a:gd name="connsiteX1" fmla="*/ 1243712 w 1990951"/>
                <a:gd name="connsiteY1" fmla="*/ 40528 h 286230"/>
                <a:gd name="connsiteX2" fmla="*/ 995476 w 1990951"/>
                <a:gd name="connsiteY2" fmla="*/ 286231 h 286230"/>
                <a:gd name="connsiteX3" fmla="*/ 749773 w 1990951"/>
                <a:gd name="connsiteY3" fmla="*/ 40528 h 286230"/>
                <a:gd name="connsiteX4" fmla="*/ 504071 w 1990951"/>
                <a:gd name="connsiteY4" fmla="*/ 286231 h 286230"/>
                <a:gd name="connsiteX5" fmla="*/ 255835 w 1990951"/>
                <a:gd name="connsiteY5" fmla="*/ 40528 h 286230"/>
                <a:gd name="connsiteX6" fmla="*/ 20264 w 1990951"/>
                <a:gd name="connsiteY6" fmla="*/ 276099 h 286230"/>
                <a:gd name="connsiteX7" fmla="*/ 0 w 1990951"/>
                <a:gd name="connsiteY7" fmla="*/ 258368 h 286230"/>
                <a:gd name="connsiteX8" fmla="*/ 255835 w 1990951"/>
                <a:gd name="connsiteY8" fmla="*/ 0 h 286230"/>
                <a:gd name="connsiteX9" fmla="*/ 504071 w 1990951"/>
                <a:gd name="connsiteY9" fmla="*/ 248236 h 286230"/>
                <a:gd name="connsiteX10" fmla="*/ 749773 w 1990951"/>
                <a:gd name="connsiteY10" fmla="*/ 0 h 286230"/>
                <a:gd name="connsiteX11" fmla="*/ 995476 w 1990951"/>
                <a:gd name="connsiteY11" fmla="*/ 248236 h 286230"/>
                <a:gd name="connsiteX12" fmla="*/ 1243712 w 1990951"/>
                <a:gd name="connsiteY12" fmla="*/ 0 h 286230"/>
                <a:gd name="connsiteX13" fmla="*/ 1489414 w 1990951"/>
                <a:gd name="connsiteY13" fmla="*/ 248236 h 286230"/>
                <a:gd name="connsiteX14" fmla="*/ 1735117 w 1990951"/>
                <a:gd name="connsiteY14" fmla="*/ 0 h 286230"/>
                <a:gd name="connsiteX15" fmla="*/ 1990952 w 1990951"/>
                <a:gd name="connsiteY15" fmla="*/ 258368 h 286230"/>
                <a:gd name="connsiteX16" fmla="*/ 1973221 w 1990951"/>
                <a:gd name="connsiteY16" fmla="*/ 276099 h 286230"/>
                <a:gd name="connsiteX17" fmla="*/ 1735117 w 1990951"/>
                <a:gd name="connsiteY17" fmla="*/ 40528 h 286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990951" h="286230">
                  <a:moveTo>
                    <a:pt x="1489414" y="286231"/>
                  </a:moveTo>
                  <a:lnTo>
                    <a:pt x="1243712" y="40528"/>
                  </a:lnTo>
                  <a:lnTo>
                    <a:pt x="995476" y="286231"/>
                  </a:lnTo>
                  <a:lnTo>
                    <a:pt x="749773" y="40528"/>
                  </a:lnTo>
                  <a:lnTo>
                    <a:pt x="504071" y="286231"/>
                  </a:lnTo>
                  <a:lnTo>
                    <a:pt x="255835" y="40528"/>
                  </a:lnTo>
                  <a:lnTo>
                    <a:pt x="20264" y="276099"/>
                  </a:lnTo>
                  <a:lnTo>
                    <a:pt x="0" y="258368"/>
                  </a:lnTo>
                  <a:lnTo>
                    <a:pt x="255835" y="0"/>
                  </a:lnTo>
                  <a:lnTo>
                    <a:pt x="504071" y="248236"/>
                  </a:lnTo>
                  <a:lnTo>
                    <a:pt x="749773" y="0"/>
                  </a:lnTo>
                  <a:lnTo>
                    <a:pt x="995476" y="248236"/>
                  </a:lnTo>
                  <a:lnTo>
                    <a:pt x="1243712" y="0"/>
                  </a:lnTo>
                  <a:lnTo>
                    <a:pt x="1489414" y="248236"/>
                  </a:lnTo>
                  <a:lnTo>
                    <a:pt x="1735117" y="0"/>
                  </a:lnTo>
                  <a:lnTo>
                    <a:pt x="1990952" y="258368"/>
                  </a:lnTo>
                  <a:lnTo>
                    <a:pt x="1973221" y="276099"/>
                  </a:lnTo>
                  <a:lnTo>
                    <a:pt x="1735117" y="40528"/>
                  </a:lnTo>
                  <a:close/>
                </a:path>
              </a:pathLst>
            </a:custGeom>
            <a:grpFill/>
            <a:ln w="2532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17" name="Oval 16">
            <a:extLst>
              <a:ext uri="{FF2B5EF4-FFF2-40B4-BE49-F238E27FC236}">
                <a16:creationId xmlns:a16="http://schemas.microsoft.com/office/drawing/2014/main" id="{89D16701-DA76-4F72-BB63-E2C3FFBDFE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rgbClr val="FFFFFF"/>
          </a:solidFill>
          <a:ln w="28575">
            <a:solidFill>
              <a:srgbClr val="FFFFFF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1CC28BE1-9DC6-43FE-9582-39F091098D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695" y="4752208"/>
            <a:ext cx="273765" cy="365021"/>
          </a:xfrm>
          <a:prstGeom prst="ellipse">
            <a:avLst/>
          </a:prstGeom>
          <a:solidFill>
            <a:schemeClr val="accent6">
              <a:alpha val="30000"/>
            </a:schemeClr>
          </a:solidFill>
          <a:ln w="28575"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/>
          </a:p>
        </p:txBody>
      </p:sp>
      <p:grpSp>
        <p:nvGrpSpPr>
          <p:cNvPr id="21" name="Graphic 4">
            <a:extLst>
              <a:ext uri="{FF2B5EF4-FFF2-40B4-BE49-F238E27FC236}">
                <a16:creationId xmlns:a16="http://schemas.microsoft.com/office/drawing/2014/main" id="{AF9AF3F3-CE0C-4125-BDD7-346487FA0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3082214" y="5539935"/>
            <a:ext cx="731374" cy="975171"/>
            <a:chOff x="5829300" y="3162300"/>
            <a:chExt cx="532256" cy="532257"/>
          </a:xfrm>
          <a:solidFill>
            <a:schemeClr val="bg1"/>
          </a:solidFill>
        </p:grpSpPr>
        <p:sp>
          <p:nvSpPr>
            <p:cNvPr id="22" name="Freeform: Shape 21">
              <a:extLst>
                <a:ext uri="{FF2B5EF4-FFF2-40B4-BE49-F238E27FC236}">
                  <a16:creationId xmlns:a16="http://schemas.microsoft.com/office/drawing/2014/main" id="{B31DFBFA-CF4D-4940-9086-26F83E5C6B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9208" y="3192208"/>
              <a:ext cx="112966" cy="112966"/>
            </a:xfrm>
            <a:custGeom>
              <a:avLst/>
              <a:gdLst>
                <a:gd name="connsiteX0" fmla="*/ 112967 w 112966"/>
                <a:gd name="connsiteY0" fmla="*/ 0 h 112966"/>
                <a:gd name="connsiteX1" fmla="*/ 0 w 112966"/>
                <a:gd name="connsiteY1" fmla="*/ 112967 h 112966"/>
                <a:gd name="connsiteX2" fmla="*/ 112967 w 112966"/>
                <a:gd name="connsiteY2" fmla="*/ 0 h 1129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12966" h="112966">
                  <a:moveTo>
                    <a:pt x="112967" y="0"/>
                  </a:moveTo>
                  <a:lnTo>
                    <a:pt x="0" y="112967"/>
                  </a:lnTo>
                  <a:cubicBezTo>
                    <a:pt x="25356" y="64747"/>
                    <a:pt x="64747" y="25356"/>
                    <a:pt x="112967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3" name="Freeform: Shape 22">
              <a:extLst>
                <a:ext uri="{FF2B5EF4-FFF2-40B4-BE49-F238E27FC236}">
                  <a16:creationId xmlns:a16="http://schemas.microsoft.com/office/drawing/2014/main" id="{27854033-BD20-4C77-8C5B-048F4B3BDD0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1205" y="3164205"/>
              <a:ext cx="230314" cy="230314"/>
            </a:xfrm>
            <a:custGeom>
              <a:avLst/>
              <a:gdLst>
                <a:gd name="connsiteX0" fmla="*/ 230314 w 230314"/>
                <a:gd name="connsiteY0" fmla="*/ 0 h 230314"/>
                <a:gd name="connsiteX1" fmla="*/ 0 w 230314"/>
                <a:gd name="connsiteY1" fmla="*/ 230314 h 230314"/>
                <a:gd name="connsiteX2" fmla="*/ 3524 w 230314"/>
                <a:gd name="connsiteY2" fmla="*/ 209550 h 230314"/>
                <a:gd name="connsiteX3" fmla="*/ 209550 w 230314"/>
                <a:gd name="connsiteY3" fmla="*/ 3524 h 230314"/>
                <a:gd name="connsiteX4" fmla="*/ 230314 w 230314"/>
                <a:gd name="connsiteY4" fmla="*/ 0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30314" h="230314">
                  <a:moveTo>
                    <a:pt x="230314" y="0"/>
                  </a:moveTo>
                  <a:lnTo>
                    <a:pt x="0" y="230314"/>
                  </a:lnTo>
                  <a:cubicBezTo>
                    <a:pt x="953" y="223361"/>
                    <a:pt x="2095" y="216408"/>
                    <a:pt x="3524" y="209550"/>
                  </a:cubicBezTo>
                  <a:lnTo>
                    <a:pt x="209550" y="3524"/>
                  </a:lnTo>
                  <a:cubicBezTo>
                    <a:pt x="216408" y="2095"/>
                    <a:pt x="223361" y="953"/>
                    <a:pt x="230314" y="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4" name="Freeform: Shape 23">
              <a:extLst>
                <a:ext uri="{FF2B5EF4-FFF2-40B4-BE49-F238E27FC236}">
                  <a16:creationId xmlns:a16="http://schemas.microsoft.com/office/drawing/2014/main" id="{BC93AA74-BEB3-444F-835B-7AA6ECE617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29300" y="3162300"/>
              <a:ext cx="294131" cy="294131"/>
            </a:xfrm>
            <a:custGeom>
              <a:avLst/>
              <a:gdLst>
                <a:gd name="connsiteX0" fmla="*/ 294132 w 294131"/>
                <a:gd name="connsiteY0" fmla="*/ 1238 h 294131"/>
                <a:gd name="connsiteX1" fmla="*/ 1238 w 294131"/>
                <a:gd name="connsiteY1" fmla="*/ 294132 h 294131"/>
                <a:gd name="connsiteX2" fmla="*/ 0 w 294131"/>
                <a:gd name="connsiteY2" fmla="*/ 278225 h 294131"/>
                <a:gd name="connsiteX3" fmla="*/ 278225 w 294131"/>
                <a:gd name="connsiteY3" fmla="*/ 0 h 294131"/>
                <a:gd name="connsiteX4" fmla="*/ 294132 w 294131"/>
                <a:gd name="connsiteY4" fmla="*/ 1238 h 2941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94131" h="294131">
                  <a:moveTo>
                    <a:pt x="294132" y="1238"/>
                  </a:moveTo>
                  <a:lnTo>
                    <a:pt x="1238" y="294132"/>
                  </a:lnTo>
                  <a:cubicBezTo>
                    <a:pt x="667" y="288893"/>
                    <a:pt x="0" y="283559"/>
                    <a:pt x="0" y="278225"/>
                  </a:cubicBezTo>
                  <a:lnTo>
                    <a:pt x="278225" y="0"/>
                  </a:lnTo>
                  <a:cubicBezTo>
                    <a:pt x="283559" y="0"/>
                    <a:pt x="288893" y="667"/>
                    <a:pt x="294132" y="123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5" name="Freeform: Shape 24">
              <a:extLst>
                <a:ext uri="{FF2B5EF4-FFF2-40B4-BE49-F238E27FC236}">
                  <a16:creationId xmlns:a16="http://schemas.microsoft.com/office/drawing/2014/main" id="{F00DF1C9-6952-4704-B8B3-95406E18E4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37205" y="3170110"/>
              <a:ext cx="337184" cy="337280"/>
            </a:xfrm>
            <a:custGeom>
              <a:avLst/>
              <a:gdLst>
                <a:gd name="connsiteX0" fmla="*/ 337185 w 337184"/>
                <a:gd name="connsiteY0" fmla="*/ 3905 h 337280"/>
                <a:gd name="connsiteX1" fmla="*/ 3810 w 337184"/>
                <a:gd name="connsiteY1" fmla="*/ 337280 h 337280"/>
                <a:gd name="connsiteX2" fmla="*/ 0 w 337184"/>
                <a:gd name="connsiteY2" fmla="*/ 323850 h 337280"/>
                <a:gd name="connsiteX3" fmla="*/ 323850 w 337184"/>
                <a:gd name="connsiteY3" fmla="*/ 0 h 337280"/>
                <a:gd name="connsiteX4" fmla="*/ 337185 w 337184"/>
                <a:gd name="connsiteY4" fmla="*/ 3905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37184" h="337280">
                  <a:moveTo>
                    <a:pt x="337185" y="3905"/>
                  </a:moveTo>
                  <a:lnTo>
                    <a:pt x="3810" y="337280"/>
                  </a:lnTo>
                  <a:cubicBezTo>
                    <a:pt x="2381" y="332899"/>
                    <a:pt x="1143" y="328422"/>
                    <a:pt x="0" y="323850"/>
                  </a:cubicBezTo>
                  <a:lnTo>
                    <a:pt x="323850" y="0"/>
                  </a:lnTo>
                  <a:cubicBezTo>
                    <a:pt x="328327" y="1715"/>
                    <a:pt x="332804" y="2477"/>
                    <a:pt x="337185" y="390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6" name="Freeform: Shape 25">
              <a:extLst>
                <a:ext uri="{FF2B5EF4-FFF2-40B4-BE49-F238E27FC236}">
                  <a16:creationId xmlns:a16="http://schemas.microsoft.com/office/drawing/2014/main" id="{B34783FD-297C-40D2-964B-DBAE4DE283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53207" y="3186207"/>
              <a:ext cx="364617" cy="364617"/>
            </a:xfrm>
            <a:custGeom>
              <a:avLst/>
              <a:gdLst>
                <a:gd name="connsiteX0" fmla="*/ 364617 w 364617"/>
                <a:gd name="connsiteY0" fmla="*/ 5620 h 364617"/>
                <a:gd name="connsiteX1" fmla="*/ 5620 w 364617"/>
                <a:gd name="connsiteY1" fmla="*/ 364617 h 364617"/>
                <a:gd name="connsiteX2" fmla="*/ 0 w 364617"/>
                <a:gd name="connsiteY2" fmla="*/ 353187 h 364617"/>
                <a:gd name="connsiteX3" fmla="*/ 353187 w 364617"/>
                <a:gd name="connsiteY3" fmla="*/ 0 h 364617"/>
                <a:gd name="connsiteX4" fmla="*/ 364617 w 364617"/>
                <a:gd name="connsiteY4" fmla="*/ 5620 h 364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4617" h="364617">
                  <a:moveTo>
                    <a:pt x="364617" y="5620"/>
                  </a:moveTo>
                  <a:lnTo>
                    <a:pt x="5620" y="364617"/>
                  </a:lnTo>
                  <a:cubicBezTo>
                    <a:pt x="3620" y="360902"/>
                    <a:pt x="1715" y="357092"/>
                    <a:pt x="0" y="353187"/>
                  </a:cubicBezTo>
                  <a:lnTo>
                    <a:pt x="353187" y="0"/>
                  </a:lnTo>
                  <a:cubicBezTo>
                    <a:pt x="357092" y="1715"/>
                    <a:pt x="360902" y="3715"/>
                    <a:pt x="364617" y="562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7" name="Freeform: Shape 26">
              <a:extLst>
                <a:ext uri="{FF2B5EF4-FFF2-40B4-BE49-F238E27FC236}">
                  <a16:creationId xmlns:a16="http://schemas.microsoft.com/office/drawing/2014/main" id="{DE621623-0357-4FD5-A1AC-40050102595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875305" y="3208305"/>
              <a:ext cx="380238" cy="380238"/>
            </a:xfrm>
            <a:custGeom>
              <a:avLst/>
              <a:gdLst>
                <a:gd name="connsiteX0" fmla="*/ 380238 w 380238"/>
                <a:gd name="connsiteY0" fmla="*/ 7239 h 380238"/>
                <a:gd name="connsiteX1" fmla="*/ 7239 w 380238"/>
                <a:gd name="connsiteY1" fmla="*/ 380238 h 380238"/>
                <a:gd name="connsiteX2" fmla="*/ 0 w 380238"/>
                <a:gd name="connsiteY2" fmla="*/ 370713 h 380238"/>
                <a:gd name="connsiteX3" fmla="*/ 370237 w 380238"/>
                <a:gd name="connsiteY3" fmla="*/ 0 h 380238"/>
                <a:gd name="connsiteX4" fmla="*/ 380238 w 380238"/>
                <a:gd name="connsiteY4" fmla="*/ 7239 h 380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80238" h="380238">
                  <a:moveTo>
                    <a:pt x="380238" y="7239"/>
                  </a:moveTo>
                  <a:lnTo>
                    <a:pt x="7239" y="380238"/>
                  </a:lnTo>
                  <a:cubicBezTo>
                    <a:pt x="4763" y="377000"/>
                    <a:pt x="2381" y="373571"/>
                    <a:pt x="0" y="370713"/>
                  </a:cubicBezTo>
                  <a:lnTo>
                    <a:pt x="370237" y="0"/>
                  </a:lnTo>
                  <a:cubicBezTo>
                    <a:pt x="373571" y="2381"/>
                    <a:pt x="377000" y="4763"/>
                    <a:pt x="380238" y="7239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8" name="Freeform: Shape 27">
              <a:extLst>
                <a:ext uri="{FF2B5EF4-FFF2-40B4-BE49-F238E27FC236}">
                  <a16:creationId xmlns:a16="http://schemas.microsoft.com/office/drawing/2014/main" id="{024F346E-10A0-458F-A9CA-8C0079472F9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02832" y="3235832"/>
              <a:ext cx="385191" cy="385191"/>
            </a:xfrm>
            <a:custGeom>
              <a:avLst/>
              <a:gdLst>
                <a:gd name="connsiteX0" fmla="*/ 380905 w 385191"/>
                <a:gd name="connsiteY0" fmla="*/ 4286 h 385191"/>
                <a:gd name="connsiteX1" fmla="*/ 385191 w 385191"/>
                <a:gd name="connsiteY1" fmla="*/ 8573 h 385191"/>
                <a:gd name="connsiteX2" fmla="*/ 8573 w 385191"/>
                <a:gd name="connsiteY2" fmla="*/ 385191 h 385191"/>
                <a:gd name="connsiteX3" fmla="*/ 4286 w 385191"/>
                <a:gd name="connsiteY3" fmla="*/ 380905 h 385191"/>
                <a:gd name="connsiteX4" fmla="*/ 0 w 385191"/>
                <a:gd name="connsiteY4" fmla="*/ 376523 h 385191"/>
                <a:gd name="connsiteX5" fmla="*/ 376523 w 385191"/>
                <a:gd name="connsiteY5" fmla="*/ 0 h 385191"/>
                <a:gd name="connsiteX6" fmla="*/ 380905 w 385191"/>
                <a:gd name="connsiteY6" fmla="*/ 4286 h 385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385191" h="385191">
                  <a:moveTo>
                    <a:pt x="380905" y="4286"/>
                  </a:moveTo>
                  <a:lnTo>
                    <a:pt x="385191" y="8573"/>
                  </a:lnTo>
                  <a:lnTo>
                    <a:pt x="8573" y="385191"/>
                  </a:lnTo>
                  <a:lnTo>
                    <a:pt x="4286" y="380905"/>
                  </a:lnTo>
                  <a:cubicBezTo>
                    <a:pt x="2762" y="379476"/>
                    <a:pt x="1334" y="377952"/>
                    <a:pt x="0" y="376523"/>
                  </a:cubicBezTo>
                  <a:lnTo>
                    <a:pt x="376523" y="0"/>
                  </a:lnTo>
                  <a:cubicBezTo>
                    <a:pt x="377952" y="1334"/>
                    <a:pt x="379476" y="2667"/>
                    <a:pt x="380905" y="4286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29" name="Freeform: Shape 28">
              <a:extLst>
                <a:ext uri="{FF2B5EF4-FFF2-40B4-BE49-F238E27FC236}">
                  <a16:creationId xmlns:a16="http://schemas.microsoft.com/office/drawing/2014/main" id="{7937A2F7-01A9-47F3-BED6-B61D998408A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35789" y="3268313"/>
              <a:ext cx="379761" cy="380237"/>
            </a:xfrm>
            <a:custGeom>
              <a:avLst/>
              <a:gdLst>
                <a:gd name="connsiteX0" fmla="*/ 372428 w 379761"/>
                <a:gd name="connsiteY0" fmla="*/ 0 h 380237"/>
                <a:gd name="connsiteX1" fmla="*/ 379762 w 379761"/>
                <a:gd name="connsiteY1" fmla="*/ 9525 h 380237"/>
                <a:gd name="connsiteX2" fmla="*/ 9525 w 379761"/>
                <a:gd name="connsiteY2" fmla="*/ 380238 h 380237"/>
                <a:gd name="connsiteX3" fmla="*/ 0 w 379761"/>
                <a:gd name="connsiteY3" fmla="*/ 372904 h 380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79761" h="380237">
                  <a:moveTo>
                    <a:pt x="372428" y="0"/>
                  </a:moveTo>
                  <a:cubicBezTo>
                    <a:pt x="374999" y="3239"/>
                    <a:pt x="377381" y="6572"/>
                    <a:pt x="379762" y="9525"/>
                  </a:cubicBezTo>
                  <a:lnTo>
                    <a:pt x="9525" y="380238"/>
                  </a:lnTo>
                  <a:cubicBezTo>
                    <a:pt x="6096" y="377857"/>
                    <a:pt x="2762" y="375476"/>
                    <a:pt x="0" y="37290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0" name="Freeform: Shape 29">
              <a:extLst>
                <a:ext uri="{FF2B5EF4-FFF2-40B4-BE49-F238E27FC236}">
                  <a16:creationId xmlns:a16="http://schemas.microsoft.com/office/drawing/2014/main" id="{5B44DAF8-5073-441A-82E1-180385D35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5972841" y="3305841"/>
              <a:ext cx="364807" cy="364807"/>
            </a:xfrm>
            <a:custGeom>
              <a:avLst/>
              <a:gdLst>
                <a:gd name="connsiteX0" fmla="*/ 359188 w 364807"/>
                <a:gd name="connsiteY0" fmla="*/ 0 h 364807"/>
                <a:gd name="connsiteX1" fmla="*/ 364808 w 364807"/>
                <a:gd name="connsiteY1" fmla="*/ 11621 h 364807"/>
                <a:gd name="connsiteX2" fmla="*/ 11621 w 364807"/>
                <a:gd name="connsiteY2" fmla="*/ 364808 h 364807"/>
                <a:gd name="connsiteX3" fmla="*/ 0 w 364807"/>
                <a:gd name="connsiteY3" fmla="*/ 359188 h 364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64807" h="364807">
                  <a:moveTo>
                    <a:pt x="359188" y="0"/>
                  </a:moveTo>
                  <a:cubicBezTo>
                    <a:pt x="361188" y="3905"/>
                    <a:pt x="362998" y="7715"/>
                    <a:pt x="364808" y="11621"/>
                  </a:cubicBezTo>
                  <a:lnTo>
                    <a:pt x="11621" y="364808"/>
                  </a:lnTo>
                  <a:cubicBezTo>
                    <a:pt x="7715" y="362998"/>
                    <a:pt x="3905" y="361188"/>
                    <a:pt x="0" y="359188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1" name="Freeform: Shape 30">
              <a:extLst>
                <a:ext uri="{FF2B5EF4-FFF2-40B4-BE49-F238E27FC236}">
                  <a16:creationId xmlns:a16="http://schemas.microsoft.com/office/drawing/2014/main" id="{52B0413D-0E36-4A90-8E6A-9EDC676A607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16370" y="3349466"/>
              <a:ext cx="337280" cy="337280"/>
            </a:xfrm>
            <a:custGeom>
              <a:avLst/>
              <a:gdLst>
                <a:gd name="connsiteX0" fmla="*/ 333470 w 337280"/>
                <a:gd name="connsiteY0" fmla="*/ 0 h 337280"/>
                <a:gd name="connsiteX1" fmla="*/ 337280 w 337280"/>
                <a:gd name="connsiteY1" fmla="*/ 13430 h 337280"/>
                <a:gd name="connsiteX2" fmla="*/ 13430 w 337280"/>
                <a:gd name="connsiteY2" fmla="*/ 337280 h 337280"/>
                <a:gd name="connsiteX3" fmla="*/ 0 w 337280"/>
                <a:gd name="connsiteY3" fmla="*/ 333470 h 337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37280" h="337280">
                  <a:moveTo>
                    <a:pt x="333470" y="0"/>
                  </a:moveTo>
                  <a:cubicBezTo>
                    <a:pt x="334899" y="4382"/>
                    <a:pt x="336137" y="8858"/>
                    <a:pt x="337280" y="13430"/>
                  </a:cubicBezTo>
                  <a:lnTo>
                    <a:pt x="13430" y="337280"/>
                  </a:lnTo>
                  <a:cubicBezTo>
                    <a:pt x="8858" y="336137"/>
                    <a:pt x="4382" y="334899"/>
                    <a:pt x="0" y="333470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2" name="Freeform: Shape 31">
              <a:extLst>
                <a:ext uri="{FF2B5EF4-FFF2-40B4-BE49-F238E27FC236}">
                  <a16:creationId xmlns:a16="http://schemas.microsoft.com/office/drawing/2014/main" id="{86059ECF-0D50-48AD-B67A-645EC29D336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067329" y="3400425"/>
              <a:ext cx="294227" cy="294132"/>
            </a:xfrm>
            <a:custGeom>
              <a:avLst/>
              <a:gdLst>
                <a:gd name="connsiteX0" fmla="*/ 292989 w 294227"/>
                <a:gd name="connsiteY0" fmla="*/ 0 h 294132"/>
                <a:gd name="connsiteX1" fmla="*/ 294227 w 294227"/>
                <a:gd name="connsiteY1" fmla="*/ 15907 h 294132"/>
                <a:gd name="connsiteX2" fmla="*/ 15907 w 294227"/>
                <a:gd name="connsiteY2" fmla="*/ 294132 h 294132"/>
                <a:gd name="connsiteX3" fmla="*/ 0 w 294227"/>
                <a:gd name="connsiteY3" fmla="*/ 292894 h 294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94227" h="294132">
                  <a:moveTo>
                    <a:pt x="292989" y="0"/>
                  </a:moveTo>
                  <a:cubicBezTo>
                    <a:pt x="293561" y="5334"/>
                    <a:pt x="293942" y="10668"/>
                    <a:pt x="294227" y="15907"/>
                  </a:cubicBezTo>
                  <a:lnTo>
                    <a:pt x="15907" y="294132"/>
                  </a:lnTo>
                  <a:cubicBezTo>
                    <a:pt x="10668" y="294132"/>
                    <a:pt x="5334" y="293465"/>
                    <a:pt x="0" y="292894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3" name="Freeform: Shape 32">
              <a:extLst>
                <a:ext uri="{FF2B5EF4-FFF2-40B4-BE49-F238E27FC236}">
                  <a16:creationId xmlns:a16="http://schemas.microsoft.com/office/drawing/2014/main" id="{B394906F-6BF2-447E-9886-F12708E1289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129337" y="3462337"/>
              <a:ext cx="230314" cy="230314"/>
            </a:xfrm>
            <a:custGeom>
              <a:avLst/>
              <a:gdLst>
                <a:gd name="connsiteX0" fmla="*/ 230315 w 230314"/>
                <a:gd name="connsiteY0" fmla="*/ 0 h 230314"/>
                <a:gd name="connsiteX1" fmla="*/ 226886 w 230314"/>
                <a:gd name="connsiteY1" fmla="*/ 20574 h 230314"/>
                <a:gd name="connsiteX2" fmla="*/ 20669 w 230314"/>
                <a:gd name="connsiteY2" fmla="*/ 226790 h 230314"/>
                <a:gd name="connsiteX3" fmla="*/ 0 w 230314"/>
                <a:gd name="connsiteY3" fmla="*/ 230315 h 2303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30314" h="230314">
                  <a:moveTo>
                    <a:pt x="230315" y="0"/>
                  </a:moveTo>
                  <a:cubicBezTo>
                    <a:pt x="229457" y="6953"/>
                    <a:pt x="228314" y="13716"/>
                    <a:pt x="226886" y="20574"/>
                  </a:cubicBezTo>
                  <a:lnTo>
                    <a:pt x="20669" y="226790"/>
                  </a:lnTo>
                  <a:cubicBezTo>
                    <a:pt x="13811" y="228314"/>
                    <a:pt x="6953" y="229457"/>
                    <a:pt x="0" y="230315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34" name="Freeform: Shape 33">
              <a:extLst>
                <a:ext uri="{FF2B5EF4-FFF2-40B4-BE49-F238E27FC236}">
                  <a16:creationId xmlns:a16="http://schemas.microsoft.com/office/drawing/2014/main" id="{A45EB96B-215A-4EBF-A594-2B08222339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6218682" y="3551682"/>
              <a:ext cx="112871" cy="112871"/>
            </a:xfrm>
            <a:custGeom>
              <a:avLst/>
              <a:gdLst>
                <a:gd name="connsiteX0" fmla="*/ 112871 w 112871"/>
                <a:gd name="connsiteY0" fmla="*/ 0 h 112871"/>
                <a:gd name="connsiteX1" fmla="*/ 0 w 112871"/>
                <a:gd name="connsiteY1" fmla="*/ 112871 h 112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</a:cxnLst>
              <a:rect l="l" t="t" r="r" b="b"/>
              <a:pathLst>
                <a:path w="112871" h="112871">
                  <a:moveTo>
                    <a:pt x="112871" y="0"/>
                  </a:moveTo>
                  <a:cubicBezTo>
                    <a:pt x="87618" y="48239"/>
                    <a:pt x="48239" y="87618"/>
                    <a:pt x="0" y="112871"/>
                  </a:cubicBez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6F37A8D-0E65-255E-F91D-35CB71F41C2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33644316"/>
              </p:ext>
            </p:extLst>
          </p:nvPr>
        </p:nvGraphicFramePr>
        <p:xfrm>
          <a:off x="4113104" y="477540"/>
          <a:ext cx="4726201" cy="587880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IN" b="1"/>
              <a:t>Literature Review Summary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000BCDA-C04C-6777-CAA5-7C940D1312B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627461578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Slide Background">
            <a:extLst>
              <a:ext uri="{FF2B5EF4-FFF2-40B4-BE49-F238E27FC236}">
                <a16:creationId xmlns:a16="http://schemas.microsoft.com/office/drawing/2014/main" id="{C0763A76-9F1C-4FC5-82B7-DD475DA461B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3998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E81BF4F6-F2CF-4984-9D14-D6966D92F9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6391835" cy="2285999"/>
          </a:xfrm>
          <a:prstGeom prst="rect">
            <a:avLst/>
          </a:prstGeom>
          <a:ln>
            <a:noFill/>
          </a:ln>
          <a:effectLst>
            <a:outerShdw blurRad="596900" dist="304800" dir="7140000" sx="90000" sy="90000" algn="t" rotWithShape="0">
              <a:srgbClr val="000000">
                <a:alpha val="15000"/>
              </a:srgb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71352" y="350196"/>
            <a:ext cx="3485178" cy="1624520"/>
          </a:xfrm>
        </p:spPr>
        <p:txBody>
          <a:bodyPr anchor="ctr">
            <a:normAutofit/>
          </a:bodyPr>
          <a:lstStyle/>
          <a:p>
            <a:r>
              <a:rPr lang="en-IN" sz="3500" b="1"/>
              <a:t>Chain Classifier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1351" y="2743200"/>
            <a:ext cx="3485179" cy="3613149"/>
          </a:xfrm>
        </p:spPr>
        <p:txBody>
          <a:bodyPr anchor="ctr">
            <a:normAutofit/>
          </a:bodyPr>
          <a:lstStyle/>
          <a:p>
            <a:r>
              <a:rPr lang="en-US" sz="1700" dirty="0"/>
              <a:t>SVM performs initial separation of data based on margin optimization.</a:t>
            </a:r>
          </a:p>
          <a:p>
            <a:r>
              <a:rPr lang="en-US" sz="1700" dirty="0"/>
              <a:t>Random Forest refines predictions using decision‑tree ensembles.</a:t>
            </a:r>
          </a:p>
          <a:p>
            <a:r>
              <a:rPr lang="en-US" sz="1700" dirty="0"/>
              <a:t>ANN captures deeper nonlinear patterns.</a:t>
            </a:r>
          </a:p>
          <a:p>
            <a:r>
              <a:rPr lang="en-US" sz="1700" dirty="0"/>
              <a:t>Sequential learning allows each model to correct weaknesses of the previous one.</a:t>
            </a:r>
          </a:p>
        </p:txBody>
      </p:sp>
      <p:pic>
        <p:nvPicPr>
          <p:cNvPr id="5" name="Picture 4" descr="Top view of cubes connected with black lines">
            <a:extLst>
              <a:ext uri="{FF2B5EF4-FFF2-40B4-BE49-F238E27FC236}">
                <a16:creationId xmlns:a16="http://schemas.microsoft.com/office/drawing/2014/main" id="{3DB6E3AE-6A08-1C95-8921-07270E8AA1C8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29933" r="20011"/>
          <a:stretch>
            <a:fillRect/>
          </a:stretch>
        </p:blipFill>
        <p:spPr>
          <a:xfrm>
            <a:off x="4572000" y="1"/>
            <a:ext cx="4577118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5F8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b="1">
                <a:solidFill>
                  <a:srgbClr val="143C82"/>
                </a:solidFill>
              </a:rPr>
              <a:t>Model Accuracy Comparison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BACC6370-2D7E-4714-9D71-7542949D7D5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68B3F68-107C-434F-AA38-110D5EA91B8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" y="0"/>
            <a:ext cx="9143999" cy="1575955"/>
          </a:xfrm>
          <a:prstGeom prst="rect">
            <a:avLst/>
          </a:prstGeom>
          <a:gradFill>
            <a:gsLst>
              <a:gs pos="0">
                <a:srgbClr val="000000">
                  <a:alpha val="96000"/>
                </a:srgbClr>
              </a:gs>
              <a:gs pos="100000">
                <a:schemeClr val="accent1">
                  <a:lumMod val="75000"/>
                </a:schemeClr>
              </a:gs>
            </a:gsLst>
            <a:lin ang="8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D0DBB9-1A4B-4391-81D4-CB19F9AB918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6096642" y="0"/>
            <a:ext cx="3047358" cy="1576412"/>
          </a:xfrm>
          <a:prstGeom prst="rect">
            <a:avLst/>
          </a:prstGeom>
          <a:gradFill>
            <a:gsLst>
              <a:gs pos="19000">
                <a:schemeClr val="accent1">
                  <a:lumMod val="50000"/>
                  <a:alpha val="68000"/>
                </a:schemeClr>
              </a:gs>
              <a:gs pos="100000">
                <a:schemeClr val="accent1">
                  <a:alpha val="79000"/>
                </a:schemeClr>
              </a:gs>
            </a:gsLst>
            <a:lin ang="19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63BBA22-50EA-4C4D-BE05-F1CE4E63AA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3783777" y="-3783778"/>
            <a:ext cx="1576446" cy="9144002"/>
          </a:xfrm>
          <a:prstGeom prst="rect">
            <a:avLst/>
          </a:prstGeom>
          <a:gradFill>
            <a:gsLst>
              <a:gs pos="23000">
                <a:schemeClr val="accent1">
                  <a:alpha val="0"/>
                </a:schemeClr>
              </a:gs>
              <a:gs pos="99000">
                <a:srgbClr val="000000">
                  <a:alpha val="74000"/>
                </a:srgbClr>
              </a:gs>
            </a:gsLst>
            <a:lin ang="20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8697" y="348865"/>
            <a:ext cx="7533018" cy="877729"/>
          </a:xfrm>
        </p:spPr>
        <p:txBody>
          <a:bodyPr anchor="ctr">
            <a:normAutofit/>
          </a:bodyPr>
          <a:lstStyle/>
          <a:p>
            <a:r>
              <a:rPr lang="en-IN" sz="3500" b="1">
                <a:solidFill>
                  <a:srgbClr val="FFFFFF"/>
                </a:solidFill>
              </a:rPr>
              <a:t>Input Features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AE3E74C-3ECB-AF7A-71A6-CF8F792D61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095809870"/>
              </p:ext>
            </p:extLst>
          </p:nvPr>
        </p:nvGraphicFramePr>
        <p:xfrm>
          <a:off x="483042" y="2112579"/>
          <a:ext cx="8195871" cy="41928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IN" b="1"/>
              <a:t>System Output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E0EF7361-E89D-2B43-76CF-9684BA78BA6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62711969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3B021B3-DE93-4AB7-8A18-CF5F1CED88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936" y="256032"/>
            <a:ext cx="7879842" cy="1014984"/>
          </a:xfrm>
        </p:spPr>
        <p:txBody>
          <a:bodyPr anchor="b">
            <a:normAutofit/>
          </a:bodyPr>
          <a:lstStyle/>
          <a:p>
            <a:r>
              <a:rPr lang="en-IN" b="1"/>
              <a:t>Innovations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2D502E5-F6B4-4D58-B4AE-FC466FF15E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9464" y="1634502"/>
            <a:ext cx="7838694" cy="18288"/>
          </a:xfrm>
          <a:prstGeom prst="rect">
            <a:avLst/>
          </a:prstGeom>
          <a:solidFill>
            <a:srgbClr val="D5D5D5"/>
          </a:solidFill>
          <a:ln w="317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9DECDBF4-02B6-4BB4-B65B-B8107AD6A9E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30936" y="1538176"/>
            <a:ext cx="1405092" cy="109814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CD65A3C-A275-7C81-6417-3398F9FFEF0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74483165"/>
              </p:ext>
            </p:extLst>
          </p:nvPr>
        </p:nvGraphicFramePr>
        <p:xfrm>
          <a:off x="628650" y="1926266"/>
          <a:ext cx="7886700" cy="43575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3912768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8650" y="673770"/>
            <a:ext cx="2415246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IN" sz="4000" b="1">
                <a:solidFill>
                  <a:srgbClr val="FFFFFF"/>
                </a:solidFill>
              </a:rPr>
              <a:t>Clinical Validation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764CB55-96B8-FE98-7C1F-B623D65261D2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6802484"/>
              </p:ext>
            </p:extLst>
          </p:nvPr>
        </p:nvGraphicFramePr>
        <p:xfrm>
          <a:off x="4157004" y="541606"/>
          <a:ext cx="4358346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b="1"/>
              <a:t>Conclusion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7B1E3DE-22FC-50DA-A0E6-A3A480BCC5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58654685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E442304-DDBD-4F7B-8017-36BCC863FB4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6250" y="640823"/>
            <a:ext cx="2563994" cy="5583148"/>
          </a:xfrm>
        </p:spPr>
        <p:txBody>
          <a:bodyPr anchor="ctr">
            <a:normAutofit/>
          </a:bodyPr>
          <a:lstStyle/>
          <a:p>
            <a:r>
              <a:rPr lang="en-IN" sz="4000" b="1"/>
              <a:t>References</a:t>
            </a:r>
          </a:p>
        </p:txBody>
      </p:sp>
      <p:sp>
        <p:nvSpPr>
          <p:cNvPr id="11" name="sketch line">
            <a:extLst>
              <a:ext uri="{FF2B5EF4-FFF2-40B4-BE49-F238E27FC236}">
                <a16:creationId xmlns:a16="http://schemas.microsoft.com/office/drawing/2014/main" id="{5E107275-3853-46FD-A241-DE4355A4267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>
            <a:off x="544313" y="3465005"/>
            <a:ext cx="5410200" cy="13716"/>
          </a:xfrm>
          <a:custGeom>
            <a:avLst/>
            <a:gdLst>
              <a:gd name="connsiteX0" fmla="*/ 0 w 5410200"/>
              <a:gd name="connsiteY0" fmla="*/ 0 h 13716"/>
              <a:gd name="connsiteX1" fmla="*/ 568071 w 5410200"/>
              <a:gd name="connsiteY1" fmla="*/ 0 h 13716"/>
              <a:gd name="connsiteX2" fmla="*/ 1298448 w 5410200"/>
              <a:gd name="connsiteY2" fmla="*/ 0 h 13716"/>
              <a:gd name="connsiteX3" fmla="*/ 1920621 w 5410200"/>
              <a:gd name="connsiteY3" fmla="*/ 0 h 13716"/>
              <a:gd name="connsiteX4" fmla="*/ 2488692 w 5410200"/>
              <a:gd name="connsiteY4" fmla="*/ 0 h 13716"/>
              <a:gd name="connsiteX5" fmla="*/ 3219069 w 5410200"/>
              <a:gd name="connsiteY5" fmla="*/ 0 h 13716"/>
              <a:gd name="connsiteX6" fmla="*/ 3895344 w 5410200"/>
              <a:gd name="connsiteY6" fmla="*/ 0 h 13716"/>
              <a:gd name="connsiteX7" fmla="*/ 4571619 w 5410200"/>
              <a:gd name="connsiteY7" fmla="*/ 0 h 13716"/>
              <a:gd name="connsiteX8" fmla="*/ 5410200 w 5410200"/>
              <a:gd name="connsiteY8" fmla="*/ 0 h 13716"/>
              <a:gd name="connsiteX9" fmla="*/ 5410200 w 5410200"/>
              <a:gd name="connsiteY9" fmla="*/ 13716 h 13716"/>
              <a:gd name="connsiteX10" fmla="*/ 4842129 w 5410200"/>
              <a:gd name="connsiteY10" fmla="*/ 13716 h 13716"/>
              <a:gd name="connsiteX11" fmla="*/ 4328160 w 5410200"/>
              <a:gd name="connsiteY11" fmla="*/ 13716 h 13716"/>
              <a:gd name="connsiteX12" fmla="*/ 3597783 w 5410200"/>
              <a:gd name="connsiteY12" fmla="*/ 13716 h 13716"/>
              <a:gd name="connsiteX13" fmla="*/ 3029712 w 5410200"/>
              <a:gd name="connsiteY13" fmla="*/ 13716 h 13716"/>
              <a:gd name="connsiteX14" fmla="*/ 2299335 w 5410200"/>
              <a:gd name="connsiteY14" fmla="*/ 13716 h 13716"/>
              <a:gd name="connsiteX15" fmla="*/ 1514856 w 5410200"/>
              <a:gd name="connsiteY15" fmla="*/ 13716 h 13716"/>
              <a:gd name="connsiteX16" fmla="*/ 892683 w 5410200"/>
              <a:gd name="connsiteY16" fmla="*/ 13716 h 13716"/>
              <a:gd name="connsiteX17" fmla="*/ 0 w 5410200"/>
              <a:gd name="connsiteY17" fmla="*/ 13716 h 13716"/>
              <a:gd name="connsiteX18" fmla="*/ 0 w 5410200"/>
              <a:gd name="connsiteY18" fmla="*/ 0 h 1371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</a:cxnLst>
            <a:rect l="l" t="t" r="r" b="b"/>
            <a:pathLst>
              <a:path w="5410200" h="13716" fill="none" extrusionOk="0">
                <a:moveTo>
                  <a:pt x="0" y="0"/>
                </a:moveTo>
                <a:cubicBezTo>
                  <a:pt x="163050" y="-18707"/>
                  <a:pt x="319321" y="-16364"/>
                  <a:pt x="568071" y="0"/>
                </a:cubicBezTo>
                <a:cubicBezTo>
                  <a:pt x="816821" y="16364"/>
                  <a:pt x="1013224" y="-7268"/>
                  <a:pt x="1298448" y="0"/>
                </a:cubicBezTo>
                <a:cubicBezTo>
                  <a:pt x="1583672" y="7268"/>
                  <a:pt x="1631711" y="-3367"/>
                  <a:pt x="1920621" y="0"/>
                </a:cubicBezTo>
                <a:cubicBezTo>
                  <a:pt x="2209531" y="3367"/>
                  <a:pt x="2364420" y="-19184"/>
                  <a:pt x="2488692" y="0"/>
                </a:cubicBezTo>
                <a:cubicBezTo>
                  <a:pt x="2612964" y="19184"/>
                  <a:pt x="3023298" y="-34627"/>
                  <a:pt x="3219069" y="0"/>
                </a:cubicBezTo>
                <a:cubicBezTo>
                  <a:pt x="3414840" y="34627"/>
                  <a:pt x="3656810" y="24043"/>
                  <a:pt x="3895344" y="0"/>
                </a:cubicBezTo>
                <a:cubicBezTo>
                  <a:pt x="4133879" y="-24043"/>
                  <a:pt x="4393984" y="-19577"/>
                  <a:pt x="4571619" y="0"/>
                </a:cubicBezTo>
                <a:cubicBezTo>
                  <a:pt x="4749255" y="19577"/>
                  <a:pt x="5179928" y="-6281"/>
                  <a:pt x="5410200" y="0"/>
                </a:cubicBezTo>
                <a:cubicBezTo>
                  <a:pt x="5409587" y="2854"/>
                  <a:pt x="5409791" y="9451"/>
                  <a:pt x="5410200" y="13716"/>
                </a:cubicBezTo>
                <a:cubicBezTo>
                  <a:pt x="5139060" y="2179"/>
                  <a:pt x="5121593" y="26463"/>
                  <a:pt x="4842129" y="13716"/>
                </a:cubicBezTo>
                <a:cubicBezTo>
                  <a:pt x="4562665" y="969"/>
                  <a:pt x="4448273" y="4915"/>
                  <a:pt x="4328160" y="13716"/>
                </a:cubicBezTo>
                <a:cubicBezTo>
                  <a:pt x="4208047" y="22517"/>
                  <a:pt x="3760936" y="17995"/>
                  <a:pt x="3597783" y="13716"/>
                </a:cubicBezTo>
                <a:cubicBezTo>
                  <a:pt x="3434630" y="9437"/>
                  <a:pt x="3299718" y="28641"/>
                  <a:pt x="3029712" y="13716"/>
                </a:cubicBezTo>
                <a:cubicBezTo>
                  <a:pt x="2759706" y="-1209"/>
                  <a:pt x="2640159" y="22822"/>
                  <a:pt x="2299335" y="13716"/>
                </a:cubicBezTo>
                <a:cubicBezTo>
                  <a:pt x="1958511" y="4610"/>
                  <a:pt x="1801186" y="24413"/>
                  <a:pt x="1514856" y="13716"/>
                </a:cubicBezTo>
                <a:cubicBezTo>
                  <a:pt x="1228526" y="3019"/>
                  <a:pt x="1063509" y="-9877"/>
                  <a:pt x="892683" y="13716"/>
                </a:cubicBezTo>
                <a:cubicBezTo>
                  <a:pt x="721857" y="37309"/>
                  <a:pt x="186945" y="-25469"/>
                  <a:pt x="0" y="13716"/>
                </a:cubicBezTo>
                <a:cubicBezTo>
                  <a:pt x="-342" y="9537"/>
                  <a:pt x="-97" y="6817"/>
                  <a:pt x="0" y="0"/>
                </a:cubicBezTo>
                <a:close/>
              </a:path>
              <a:path w="5410200" h="13716" stroke="0" extrusionOk="0">
                <a:moveTo>
                  <a:pt x="0" y="0"/>
                </a:moveTo>
                <a:cubicBezTo>
                  <a:pt x="285096" y="-4925"/>
                  <a:pt x="376456" y="22268"/>
                  <a:pt x="622173" y="0"/>
                </a:cubicBezTo>
                <a:cubicBezTo>
                  <a:pt x="867890" y="-22268"/>
                  <a:pt x="1031392" y="7228"/>
                  <a:pt x="1136142" y="0"/>
                </a:cubicBezTo>
                <a:cubicBezTo>
                  <a:pt x="1240892" y="-7228"/>
                  <a:pt x="1561853" y="9877"/>
                  <a:pt x="1920621" y="0"/>
                </a:cubicBezTo>
                <a:cubicBezTo>
                  <a:pt x="2279389" y="-9877"/>
                  <a:pt x="2367255" y="19546"/>
                  <a:pt x="2542794" y="0"/>
                </a:cubicBezTo>
                <a:cubicBezTo>
                  <a:pt x="2718333" y="-19546"/>
                  <a:pt x="2866732" y="-22226"/>
                  <a:pt x="3164967" y="0"/>
                </a:cubicBezTo>
                <a:cubicBezTo>
                  <a:pt x="3463202" y="22226"/>
                  <a:pt x="3568055" y="-2765"/>
                  <a:pt x="3949446" y="0"/>
                </a:cubicBezTo>
                <a:cubicBezTo>
                  <a:pt x="4330837" y="2765"/>
                  <a:pt x="4287895" y="10557"/>
                  <a:pt x="4517517" y="0"/>
                </a:cubicBezTo>
                <a:cubicBezTo>
                  <a:pt x="4747139" y="-10557"/>
                  <a:pt x="5149588" y="8716"/>
                  <a:pt x="5410200" y="0"/>
                </a:cubicBezTo>
                <a:cubicBezTo>
                  <a:pt x="5410660" y="2787"/>
                  <a:pt x="5410166" y="9748"/>
                  <a:pt x="5410200" y="13716"/>
                </a:cubicBezTo>
                <a:cubicBezTo>
                  <a:pt x="5163327" y="36922"/>
                  <a:pt x="5008749" y="6121"/>
                  <a:pt x="4842129" y="13716"/>
                </a:cubicBezTo>
                <a:cubicBezTo>
                  <a:pt x="4675509" y="21311"/>
                  <a:pt x="4433401" y="-5187"/>
                  <a:pt x="4165854" y="13716"/>
                </a:cubicBezTo>
                <a:cubicBezTo>
                  <a:pt x="3898308" y="32619"/>
                  <a:pt x="3809032" y="-13282"/>
                  <a:pt x="3543681" y="13716"/>
                </a:cubicBezTo>
                <a:cubicBezTo>
                  <a:pt x="3278330" y="40714"/>
                  <a:pt x="3073876" y="-20489"/>
                  <a:pt x="2759202" y="13716"/>
                </a:cubicBezTo>
                <a:cubicBezTo>
                  <a:pt x="2444528" y="47921"/>
                  <a:pt x="2204144" y="-1200"/>
                  <a:pt x="1974723" y="13716"/>
                </a:cubicBezTo>
                <a:cubicBezTo>
                  <a:pt x="1745302" y="28632"/>
                  <a:pt x="1602335" y="26918"/>
                  <a:pt x="1406652" y="13716"/>
                </a:cubicBezTo>
                <a:cubicBezTo>
                  <a:pt x="1210969" y="514"/>
                  <a:pt x="923948" y="-1411"/>
                  <a:pt x="730377" y="13716"/>
                </a:cubicBezTo>
                <a:cubicBezTo>
                  <a:pt x="536806" y="28843"/>
                  <a:pt x="336496" y="-4713"/>
                  <a:pt x="0" y="13716"/>
                </a:cubicBezTo>
                <a:cubicBezTo>
                  <a:pt x="-535" y="9547"/>
                  <a:pt x="488" y="4515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91A41B3E-10A0-8DFE-DDEE-3F7BBD41526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61599834"/>
              </p:ext>
            </p:extLst>
          </p:nvPr>
        </p:nvGraphicFramePr>
        <p:xfrm>
          <a:off x="3486013" y="640822"/>
          <a:ext cx="5175384" cy="553614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10</TotalTime>
  <Words>623</Words>
  <Application>Microsoft Office PowerPoint</Application>
  <PresentationFormat>On-screen Show (4:3)</PresentationFormat>
  <Paragraphs>71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Genomic Risk Assessment System</vt:lpstr>
      <vt:lpstr>Abstract</vt:lpstr>
      <vt:lpstr>Problem Background</vt:lpstr>
      <vt:lpstr>Problem Statement</vt:lpstr>
      <vt:lpstr>Research Objectives</vt:lpstr>
      <vt:lpstr>Scope &amp; Significance</vt:lpstr>
      <vt:lpstr>Literature Review Summary</vt:lpstr>
      <vt:lpstr>Chain Classifier Architecture</vt:lpstr>
      <vt:lpstr>Model Accuracy Comparison</vt:lpstr>
      <vt:lpstr>Input Features</vt:lpstr>
      <vt:lpstr>System Output</vt:lpstr>
      <vt:lpstr>Innovations</vt:lpstr>
      <vt:lpstr>Clinical Validation</vt:lpstr>
      <vt:lpstr>Conclusion</vt:lpstr>
      <vt:lpstr>References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91950</dc:creator>
  <cp:keywords/>
  <dc:description>generated using python-pptx</dc:description>
  <cp:lastModifiedBy>Sagar Balkrishna Admane</cp:lastModifiedBy>
  <cp:revision>3</cp:revision>
  <dcterms:created xsi:type="dcterms:W3CDTF">2013-01-27T09:14:16Z</dcterms:created>
  <dcterms:modified xsi:type="dcterms:W3CDTF">2025-11-17T15:34:29Z</dcterms:modified>
  <cp:category/>
</cp:coreProperties>
</file>